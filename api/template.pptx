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embeddings/oleObject1.bin" ContentType="application/vnd.openxmlformats-officedocument.oleObject"/>
  <Override PartName="/ppt/embeddings/oleObject2.bin" ContentType="application/vnd.openxmlformats-officedocument.oleObject"/>
  <Override PartName="/ppt/media/image10.svg" ContentType="image/svg+xml"/>
  <Override PartName="/ppt/media/image11.svg" ContentType="image/svg+xml"/>
  <Override PartName="/ppt/media/image12.svg" ContentType="image/svg+xml"/>
  <Override PartName="/ppt/media/image13.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5" r:id="rId5"/>
    <p:sldMasterId id="2147483711" r:id="rId6"/>
  </p:sldMasterIdLst>
  <p:notesMasterIdLst>
    <p:notesMasterId r:id="rId40"/>
  </p:notesMasterIdLst>
  <p:sldIdLst>
    <p:sldId id="2147479431" r:id="rId7"/>
    <p:sldId id="2147479432" r:id="rId8"/>
    <p:sldId id="2147479433" r:id="rId9"/>
    <p:sldId id="2147479434" r:id="rId10"/>
    <p:sldId id="2147479435" r:id="rId11"/>
    <p:sldId id="2147479436" r:id="rId12"/>
    <p:sldId id="2147479438" r:id="rId13"/>
    <p:sldId id="2147479437" r:id="rId14"/>
    <p:sldId id="2147479439" r:id="rId15"/>
    <p:sldId id="2147479440" r:id="rId16"/>
    <p:sldId id="2147479441" r:id="rId17"/>
    <p:sldId id="2147479442" r:id="rId18"/>
    <p:sldId id="2147479443" r:id="rId19"/>
    <p:sldId id="2147479444" r:id="rId20"/>
    <p:sldId id="2147479464" r:id="rId22"/>
    <p:sldId id="2147479446" r:id="rId23"/>
    <p:sldId id="2147479447" r:id="rId24"/>
    <p:sldId id="2147479448" r:id="rId25"/>
    <p:sldId id="2147479449" r:id="rId26"/>
    <p:sldId id="2147479450" r:id="rId27"/>
    <p:sldId id="2147479451" r:id="rId28"/>
    <p:sldId id="2147479452" r:id="rId29"/>
    <p:sldId id="2147479453" r:id="rId30"/>
    <p:sldId id="2147479454" r:id="rId31"/>
    <p:sldId id="2147479455" r:id="rId32"/>
    <p:sldId id="2147479456" r:id="rId33"/>
    <p:sldId id="2147479463" r:id="rId34"/>
    <p:sldId id="2147479457" r:id="rId35"/>
    <p:sldId id="2147479458" r:id="rId36"/>
    <p:sldId id="2147479459" r:id="rId37"/>
    <p:sldId id="2147479460" r:id="rId38"/>
    <p:sldId id="2147479461"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A6ACADC-A181-4D3F-A0C3-9C43C9C817AF}">
          <p14:sldIdLst/>
        </p14:section>
        <p14:section name="Kiln Feed" id="{5F234F68-2A3B-4F89-AC6C-C7C1F3ADDFAA}">
          <p14:sldIdLst>
            <p14:sldId id="2147479431"/>
            <p14:sldId id="2147479432"/>
            <p14:sldId id="2147479433"/>
            <p14:sldId id="2147479434"/>
            <p14:sldId id="2147479435"/>
            <p14:sldId id="2147479436"/>
            <p14:sldId id="2147479438"/>
            <p14:sldId id="2147479437"/>
            <p14:sldId id="2147479439"/>
            <p14:sldId id="2147479440"/>
            <p14:sldId id="2147479441"/>
            <p14:sldId id="2147479442"/>
            <p14:sldId id="2147479443"/>
            <p14:sldId id="2147479444"/>
            <p14:sldId id="2147479445"/>
            <p14:sldId id="2147479464"/>
            <p14:sldId id="2147479446"/>
            <p14:sldId id="2147479447"/>
            <p14:sldId id="2147479448"/>
            <p14:sldId id="2147479449"/>
            <p14:sldId id="2147479450"/>
            <p14:sldId id="2147479451"/>
            <p14:sldId id="2147479452"/>
            <p14:sldId id="2147479453"/>
            <p14:sldId id="2147479454"/>
            <p14:sldId id="2147479455"/>
            <p14:sldId id="2147479456"/>
            <p14:sldId id="2147479463"/>
            <p14:sldId id="2147479457"/>
            <p14:sldId id="2147479458"/>
            <p14:sldId id="2147479459"/>
            <p14:sldId id="2147479460"/>
            <p14:sldId id="214747946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66D34D-5647-4AE7-BF84-90343C958C33}" name="Ottemada Appanna, Ranjan (IN SYSO D GER)" initials="RO" userId="S::ranjan.ottemada-appanna@innomotics.com::12536a74-8856-4206-843c-2faa8824a0e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F000"/>
    <a:srgbClr val="1B2B31"/>
    <a:srgbClr val="3E4649"/>
    <a:srgbClr val="15FF00"/>
    <a:srgbClr val="00FF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521" autoAdjust="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72D569-83EA-4C7B-A931-768E405AF198}"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047BC-8C30-4F7A-A165-7F2858E82A76}" type="slidenum">
              <a:rPr lang="en-US" smtClean="0"/>
              <a:t>‹#›</a:t>
            </a:fld>
            <a:endParaRPr lang="en-US"/>
          </a:p>
        </p:txBody>
      </p:sp>
    </p:spTree>
    <p:extLst>
      <p:ext uri="{BB962C8B-B14F-4D97-AF65-F5344CB8AC3E}">
        <p14:creationId xmlns:p14="http://schemas.microsoft.com/office/powerpoint/2010/main" val="18336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01: AI Process Navigator: Exploratory Data Analysis Report — Plant Operations ===</a:t>
            </a:r>
          </a:p>
          <a:p>
            <a:r>
              <a:t>[ESTIMATED TIME: 1.5 - 2.0 minutes]</a:t>
            </a:r>
          </a:p>
          <a:p/>
          <a:p>
            <a:r>
              <a:t>[OBJECTIVE]</a:t>
            </a:r>
          </a:p>
          <a:p>
            <a:r>
              <a:t>Establish executive alignment, introduce the AI Process Navigator exploratory data analysis engagement for Plant Operations, and frame the transition from conventional supervisory control to autonomous, predictive closed-loop optimization.</a:t>
            </a:r>
          </a:p>
          <a:p/>
          <a:p>
            <a:r>
              <a:t>[SPOKEN SCRIPT / TALKING POINTS]</a:t>
            </a:r>
          </a:p>
          <a:p>
            <a:r>
              <a:t>"Good morning, esteemed plant leadership and process engineering team. We are pleased to present the comprehensive findings of the AI Process Navigator Exploratory Data Analysis for your pyroprocessing line. The objective of this investigation is twofold: first, to establish rigorous mathematical clarity across your continuous telemetry, correlating kiln feed, fuel combustion, clinker quality indicators (Free Lime / fCaO), and cooler heat recuperation; and second, to define the official 'Golden Batch' operating window and quantify the recurring economic value unlocked through predictive AI control."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02: AI Process Navigator — Exploratory Data Analysis Framework ===</a:t>
            </a:r>
          </a:p>
          <a:p>
            <a:r>
              <a:t>[ESTIMATED TIME: 2.0 minutes]</a:t>
            </a:r>
          </a:p>
          <a:p/>
          <a:p>
            <a:r>
              <a:t>[OBJECTIVE]</a:t>
            </a:r>
          </a:p>
          <a:p>
            <a:r>
              <a:t>Walk the audience through the 3-phase transformation architecture (Pre-Processing, Analyzing, and Reporting), demonstrating industrial data science rigor and engineering validation.</a:t>
            </a:r>
          </a:p>
          <a:p/>
          <a:p>
            <a:r>
              <a:t>[SPOKEN SCRIPT / TALKING POINTS]</a:t>
            </a:r>
          </a:p>
          <a:p>
            <a:r>
              <a:t>"Slide 2 outlines our 3-phase Exploratory Data Analysis architecture. In Phase 1—Pre-Processing—we ingested continuous minute-level industrial telemetry combined with clinker quality indicators. We applied domain-specific engineering outlier bounds, dynamic derivation of clinker production at a 1.55 meal factor, and total fuel energy aggregation. In Phase 2—Analyzing—we performed multi-variable regression, 3D clustering, and correlation matrices to map process couplings. In Phase 3—Reporting—we synthesized the empirical findings into actionable setpoint envelopes and audited ROI models."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f5f6cd0003_0_419: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264;g3f5f6cd0003_0_419: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265;g3f5f6cd0003_0_419: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f5f6cd0003_0_4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 SLIDE 03: Dataset Profile: Raw Structure &amp; Duration ===</a:t>
            </a:r>
          </a:p>
          <a:p>
            <a:r>
              <a:t>[ESTIMATED TIME: 2.0 minutes]</a:t>
            </a:r>
          </a:p>
          <a:p/>
          <a:p>
            <a:r>
              <a:t>[OBJECTIVE]</a:t>
            </a:r>
          </a:p>
          <a:p>
            <a:r>
              <a:t>Detail the raw dataset dimensions, temporal continuity, and tag taxonomy for Plant Operations.</a:t>
            </a:r>
          </a:p>
          <a:p/>
          <a:p>
            <a:r>
              <a:t>[SPOKEN SCRIPT / TALKING POINTS]</a:t>
            </a:r>
          </a:p>
          <a:p>
            <a:r>
              <a:t>"Slide 3 establishes the empirical scope of our analysis. The telemetry ingested provides minute-by-minute resolution across 277,920 continuous operational records spanning ~193 days of continuous pyroprocessing (88.3% running factor). Every core tag—from raw meal feed mass flow to main drive torque, fuel oil firing, twin preheater draft, tertiary air ducts, and cooler hydraulics—has been reconciled and validated for closed-loop AI control modeling."</a:t>
            </a:r>
          </a:p>
        </p:txBody>
      </p:sp>
      <p:sp>
        <p:nvSpPr>
          <p:cNvPr id="267" name="Google Shape;267;g3f5f6cd0003_0_419: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268;g3f5f6cd0003_0_4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f5f6cd0003_0_705: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10" name="Google Shape;310;g3f5f6cd0003_0_705: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11" name="Google Shape;311;g3f5f6cd0003_0_705: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g3f5f6cd0003_0_7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t>=== SLIDE 04: Dataset Profile: Kiln Feed, Firing &amp; Pyro Architecture ===</a:t>
            </a:r>
          </a:p>
          <a:p>
            <a:r>
              <a:t>[ESTIMATED TIME: 2.5 minutes]</a:t>
            </a:r>
          </a:p>
          <a:p/>
          <a:p>
            <a:r>
              <a:t>[OBJECTIVE]</a:t>
            </a:r>
          </a:p>
          <a:p>
            <a:r>
              <a:t>Summarize the baseline production profile, fuel firing split between the main burner and calciners, heat recuperation, and clinker quality metrics.</a:t>
            </a:r>
          </a:p>
          <a:p/>
          <a:p>
            <a:r>
              <a:t>[SPOKEN SCRIPT / TALKING POINTS]</a:t>
            </a:r>
          </a:p>
          <a:p>
            <a:r>
              <a:t>"Slide 4 highlights the operational baseline of the pyroprocessing system. First, throughput: raw meal feeding averages 598.8 t/h, yielding 386.3 t/h of clinker, with peak feeding reaching 663.0 t/h. Second, thermal firing: total fuel consumption averages 30.33 t/h, with 10,474 kg/h on the main burner and ~19.81 t/h across twin calciners. Third, recuperation: secondary air averages 1033.5°C, supported by twin tertiary air ducts above 950°C. Fourth, quality: Free Lime averages 1.25%. Our AI optimization strategy targets shifting operations into the stable Golden Batch corridor while reducing specific heat consumption."</a:t>
            </a:r>
          </a:p>
        </p:txBody>
      </p:sp>
      <p:sp>
        <p:nvSpPr>
          <p:cNvPr id="313" name="Google Shape;313;g3f5f6cd0003_0_70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14" name="Google Shape;314;g3f5f6cd0003_0_7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05: Section Divider: Key Operational Findings &amp; Diagnostic Assessment ===</a:t>
            </a:r>
          </a:p>
          <a:p>
            <a:r>
              <a:t>[ESTIMATED TIME: 1.0 minute]</a:t>
            </a:r>
          </a:p>
          <a:p/>
          <a:p>
            <a:r>
              <a:t>[OBJECTIVE]</a:t>
            </a:r>
          </a:p>
          <a:p>
            <a:r>
              <a:t>Transition from data architecture into the key engineering diagnostic findings and statistical process couplings.</a:t>
            </a:r>
          </a:p>
          <a:p/>
          <a:p>
            <a:r>
              <a:t>[SPOKEN SCRIPT / TALKING POINTS]</a:t>
            </a:r>
          </a:p>
          <a:p>
            <a:r>
              <a:t>"We now move into Section 2: Key Operational Findings &amp; Diagnostic Assessment. In this section, we present the empirical insights uncovered by our analytics across kiln kinematics, twin-tower aerodynamics, fuel combustion allocation, and clinker quality trade-offs."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06: Key Correlation Coefficients &amp; Process Couplings ===</a:t>
            </a:r>
          </a:p>
          <a:p>
            <a:r>
              <a:t>[ESTIMATED TIME: 2.5 minutes]</a:t>
            </a:r>
          </a:p>
          <a:p/>
          <a:p>
            <a:r>
              <a:t>[OBJECTIVE]</a:t>
            </a:r>
          </a:p>
          <a:p>
            <a:r>
              <a:t>Present the primary bivariate correlation coefficients discovered in the clean dataset, highlighting aerodynamic symmetry, feed-to-speed coupling, and hydraulic resistance.</a:t>
            </a:r>
          </a:p>
          <a:p/>
          <a:p>
            <a:r>
              <a:t>[SPOKEN SCRIPT / TALKING POINTS]</a:t>
            </a:r>
          </a:p>
          <a:p>
            <a:r>
              <a:t>"Slide 6 summarizes the vital process correlations uncovered in the operational dataset. Notice the exceptional +0.998 correlation between twin preheater draft pressures—this confirms outstanding twin-string aerodynamic balance with zero localized plugging. The high correlation between Kiln Speed and Kiln Feed proves that operators maintain bed volumetric filling. Meanwhile, the +0.998 correlation between grate pressure and chamber pressure confirms that clinker bed depth regulation is the key lever to stabilizing cooler operation and shedding fan electrical power."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07: Key Operational Findings &amp; Diagnostic Assessment (Comprehensive Overview) ===</a:t>
            </a:r>
          </a:p>
          <a:p>
            <a:r>
              <a:t>[ESTIMATED TIME: 3.0 minutes]</a:t>
            </a:r>
          </a:p>
          <a:p/>
          <a:p>
            <a:r>
              <a:t>[OBJECTIVE]</a:t>
            </a:r>
          </a:p>
          <a:p>
            <a:r>
              <a:t>Review the comprehensive narrative overview of the engineering findings, explaining physical mechanisms and operational targets.</a:t>
            </a:r>
          </a:p>
          <a:p/>
          <a:p>
            <a:r>
              <a:t>[SPOKEN SCRIPT / TALKING POINTS]</a:t>
            </a:r>
          </a:p>
          <a:p>
            <a:r>
              <a:t>"Slide 7 provides our comprehensive engineering narrative. Key takeaways: First, volumetric bed dynamics operate at high throughput (598–634 t/h feed), where kinematic speed synchronization (3.70–3.90 rpm) preserves an 11–13% filling degree. Second, secondary air recuperation (1024–1102°C) acts as our primary fuel flywheel, directly substituting fuel and driving SFC toward &lt;725 kcal/kg clinker. Third, maintaining stable thermal momentum locks Free Lime strictly within the 0.90–1.30% corridor, preventing cold meal flushes and unburnt clinker."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f60c28689d_0_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t>=== SLIDE 08: Key Operational Findings &amp; Diagnostic Assessment (8 Focus Cards) ===</a:t>
            </a:r>
          </a:p>
          <a:p>
            <a:r>
              <a:t>[ESTIMATED TIME: 3.0 minutes]</a:t>
            </a:r>
          </a:p>
          <a:p/>
          <a:p>
            <a:r>
              <a:t>[OBJECTIVE]</a:t>
            </a:r>
          </a:p>
          <a:p>
            <a:r>
              <a:t>Deliver a rapid-fire executive briefing across the 8 core operational dimensions governing pyroprocessing efficiency.</a:t>
            </a:r>
          </a:p>
          <a:p/>
          <a:p>
            <a:r>
              <a:t>[SPOKEN SCRIPT / TALKING POINTS]</a:t>
            </a:r>
          </a:p>
          <a:p>
            <a:r>
              <a:t>"Slide 8 consolidates our engineering assessment into 8 critical pillars: Card 1 shows volumetric throughput averaging 598.8 t/h with a tight kinematic speed coupling. Card 2 highlights main drive current averaging 530.5 A with stable operation at 509–574 A. Card 3 establishes thermal firing baseload at 30.33 t/h. Card 4 highlights specific heat consumption optimization targeting 715–730 kcal/kg. Card 5 confirms flawless aerodynamic draft symmetry (+0.998). Card 6 pinpoints cooler recuperation at 1033.5°C. Card 7 highlights clinker quality optimization (0.90–1.30% Free Lime). Card 8 confirms electrical power conservation via bed depth control."</a:t>
            </a:r>
          </a:p>
        </p:txBody>
      </p:sp>
      <p:sp>
        <p:nvSpPr>
          <p:cNvPr id="327" name="Google Shape;327;g3f60c28689d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09: Graph 1: Total Feed Rate vs Main Drive Current (Drive Loading Dynamics) ===
[ESTIMATED TIME: 2.0 minutes]
[OBJECTIVE]
Analyze the relationship between Total Kiln Feed and Kiln Main Drive Current (M02), establishing mechanical torque thresholds.
[SPOKEN SCRIPT / TALKING POINTS]
"Slide 9 displays Graph 1: Total Feed Rate versus Kiln Main Drive Current. Raw meal feed directly dictates motor torque. Surges in drive current above 250 A without proportional feed increases indicate coating sloughing or ring formation. The Golden Batch targets steady bed operation with drive current governed below 250 A."</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10: Graph 2: Main Drive Current vs Kiln Speed (Kinematic Bed Synchronization) ===
[ESTIMATED TIME: 2.0 minutes]
[OBJECTIVE]
Evaluate the kinematic synchronization between Kiln Main Drive Current and Kiln Speed.
[SPOKEN SCRIPT / TALKING POINTS]
"Slide 10 correlates drive current with rotational speed. As throughput expands toward 370–400 t/h, kiln speed must track dynamically to prevent material surging and thermal chilling of the sintering zone."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11: Graph 3: Specific Fuel Consumption vs Secondary Air Temperature ===
[ESTIMATED TIME: 2.0 minutes]
[OBJECTIVE]
Quantify specific fuel consumption reduction through enhanced secondary air heat recuperation.
[SPOKEN SCRIPT / TALKING POINTS]
"Slide 11 demonstrates the profound thermodynamic impact of Secondary Air Temperature on Specific Fuel Consumption. Pushing secondary air above 950°C acts as a massive thermal flywheel, directly reducing thermal fuel demand on the main burner."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12: Graph 4: Main Burner Fuel vs Alternative Fuel Utilization ===
[ESTIMATED TIME: 2.0 minutes]
[OBJECTIVE]
Establish alternative fuel substitution boundaries between Alternative Fuel satellite firing and thermal fuel baseload.
[SPOKEN SCRIPT / TALKING POINTS]
"Slide 12 maps the trade-off between Alternative Fuel satellite firing and main burner fuel. Ramping Alternative Fuel from 7.41 to 13–20 t/h displaces 2.39 t/h of fuel, but must be managed under strict flame momentum guardrails to prevent burning zone instability."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13: STEP 5A: Kiln Process Stability Diagnostics ===
[ESTIMATED TIME: 2.0 minutes]
[OBJECTIVE]
Review multi-variable operational diagnostics across feed regimes, mechanical drive load, and thermal stability.
[SPOKEN SCRIPT / TALKING POINTS]
"Slide 13 displays the comprehensive process stability distribution. The data reveals distinct operational operating clusters and confirms that the kiln can sustain 370–400 t/h when feed and rotational drive are synchronized."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14: STEP 5B: Parallel Trajectories — Quality &amp; Burnability ===
[ESTIMATED TIME: 2.0 minutes]
[OBJECTIVE]
Interpret multi-dimensional trajectories connecting fuel input, secondary air recuperation, and lab quality assays.
[SPOKEN SCRIPT / TALKING POINTS]
"Slide 14 presents parallel coordinate trajectories mapping fuel flow and recuperation to final clinker quality. Notice how high secondary air trajectories converge on the Golden Zone of high C3S and low Free Lime."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15: STEP 5C: Section 1 Performance Summary Table ===
[ESTIMATED TIME: 2.5 minutes]
[OBJECTIVE]
Walk through statistical distribution metrics across primary kiln throughput, mechanical drive, and fuel variables for Plant Operations.
[SPOKEN SCRIPT / TALKING POINTS]
"Slide 15 provides a statistical summary table for Section 1. Kiln Feed averages 598.8 t/h with a target corridor of 369–400 t/h. M02 Drive Current averages 530.5 A with sustained high-feed range of 295–318 A. Fossil fuel totals 30.33 t/h, while Alternative Fuel averages 11.5 t/h with an aggressive target corridor of 10.0–13.93 t/h."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16: Graph 5: Free Lime (SCAO) vs Secondary Air Temperature ===
[ESTIMATED TIME: 2.0 minutes]
[OBJECTIVE]
Correlate clinker Free Lime (fCaO) with secondary air temperature to establish thermal burnability thresholds.
[SPOKEN SCRIPT / TALKING POINTS]
"Slide 16 illustrates the critical relationship between Secondary Air Temperature and Free Lime. When secondary air drops below 800°C, Free Lime spikes above 2.5%, causing unsound clinker. Elevating secondary air to 950–1,100°C ensures complete clinker nodulization."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17: Graph 6: C3S vs Free Lime (SCAO) ===
[ESTIMATED TIME: 2.0 minutes]
[OBJECTIVE]
Analyze the quality-efficiency trade-off between C3S alite content and Free Lime fCaO.
[SPOKEN SCRIPT / TALKING POINTS]
"Slide 17 highlights the core quality trade-off between C3S and Free Lime. High C3S ensures cement strength, while low Free Lime prevents expansion. Our AI controller hits the sweet spot through recuperated heat rather than over-firing fuel."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18: Graph 7: NH3 Consumption vs Secondary Air Temperature ===
[ESTIMATED TIME: 2.0 minutes]
[OBJECTIVE]
Evaluate emissions abatement and NH3 reagent dosing as a function of combustion temperatures.
[SPOKEN SCRIPT / TALKING POINTS]
"Slide 18 displays NH3 consumption versus secondary air. High combustion temperatures and excess oxygen create thermal NOx. Controlling excess air suppresses NOx at the source and directly reduces NH3 reagent costs."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19: Graph 8: Preheater Outlet O2 vs Preheater Fan Outlet ===
[ESTIMATED TIME: 2.0 minutes]
[OBJECTIVE]
Analyze preheater draft aerodynamics, twin-string balance, and ID fan headroom.
[SPOKEN SCRIPT / TALKING POINTS]
"Slide 19 examines preheater draft aerodynamics. Near-perfect +0.998 symmetry between strings confirms zero blockages. Governing exit O2 between 3.5–4.5% frees ID fan capacity for our 18.42 t/h throughput increase."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20: Graph 9: Cooler Exhaust Temp vs Secondary Air Temp ===
[ESTIMATED TIME: 2.0 minutes]
[OBJECTIVE]
Evaluate clinker cooler bed resistance, exhaust thermal losses, and cooling fan electrical consumption.
[SPOKEN SCRIPT / TALKING POINTS]
"Slide 20 evaluates cooler heat exchange. High cooler fan speeds draw excessive kW. By stabilizing grate speed and bed depth, we recover maximum secondary air heat while reducing fan electrical power."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21: Graph 10: Plant Main Kiln Process Dynamics Trajectories ===
[ESTIMATED TIME: 2.0 minutes]
[OBJECTIVE]
Map multi-variable process trajectories across kiln feed, fuel firing, Alternative Fuel, and clinker production.
[SPOKEN SCRIPT / TALKING POINTS]
"Slide 21 presents parallel coordinate trajectories for main kiln dynamics. Notice how operations successfully handle peak throughput when fuel splits between the calciner and main burner are coordinated."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22: STEP 7B: Section 2 Performance Summary Table ===
[ESTIMATED TIME: 2.5 minutes]
[OBJECTIVE]
Review statistical distributions for secondary air recuperation, combustion gas atmosphere, emissions, and lab clinker quality.
[SPOKEN SCRIPT / TALKING POINTS]
"Slide 22 details Section 2 operational variables. Secondary air averages 1033.5°C against a target of 950–1,100°C. Preheater O2 averages 4.37%, while CO is controlled at 0.043%. Free Lime averages 1.25% and C3S averages 1.25%, establishing the precise tuning targets for our Golden Batch."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23: STEP 8A: 3D Quality &amp; Thermal Space ===
[ESTIMATED TIME: 2.5 minutes]
[OBJECTIVE]
Visualize the 3D quality envelope combining Secondary Air Temperature, Free Lime (fCaO), and C3S.
[SPOKEN SCRIPT / TALKING POINTS]
"Slide 23 displays the 3D Quality and Thermal Space. By mapping secondary air against Free Lime and C3S simultaneously, we observe that the highest quality clinker clusters exclusively when secondary air recuperation exceeds 950°C."</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24: STEP 8B: 3D Cooler &amp; Fuel Efficiency Space ===
[ESTIMATED TIME: 2.5 minutes]
[OBJECTIVE]
Map the 3D multi-variable efficiency envelope combining Alternative Fuel satellite firing, total fuel flow, and secondary air temperature.
[SPOKEN SCRIPT / TALKING POINTS]
"Slide 24 visualizes the Plant Golden Zone in 3D. The optimal operating envelope combines 13–20 t/h of Alternative Fuel with 950–1,100°C secondary air, yielding maximum clinker throughput at minimum specific fuel consumption."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25: STEP 9: THE GOLDEN BATCH OPERATING WINDOW DEFINITION ===
[ESTIMATED TIME: 3.5 minutes]
[OBJECTIVE]
Define the official multi-variable Golden Batch Target Operating Window across all 9 primary process and quality parameters for Plant Operations.
[SPOKEN SCRIPT / TALKING POINTS]
"Slide 25 establishes Plant Operations's official Golden Batch Target Operating Window. By synthesizing our multi-dimensional clustering and quality trade-offs, we define exact operating boundaries: Clinker Production expands from 221.58 to 240–260 t/h (+18.42 t/h gain); Kiln Feed increases to 369–400 t/h; Alternative Fuel increases from 7.41 to 13–20 t/h; Secondary Air is pushed from 1033.5°C to 950–1,100°C; and Free Lime is held strictly within 1.17–1.50% to ensure superior clinker reactivity."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26: STEP 10: BUSINESS CASE &amp; VALUE QUANTIFICATION (Summary) ===
[ESTIMATED TIME: 3.5 minutes]
[OBJECTIVE]
Present the comprehensive business case summary detailing throughput gains, fuel savings via Alternative Fuel, and quality benefits for Plant Operations.
[SPOKEN SCRIPT / TALKING POINTS]
"Slide 26 summarizes the physical quantities and efficiency gains delivered by AI Process Navigator. Throughput expansion yields +18.42 t/h of additional clinker (+8.31% gain). Fuel reduction via Alternative Fuel substitution saves 2.39 t/h of thermal fuel (-11.72% reduction). Even at a conservative 20% capture rate, the plant captures +3.68 t/h clinker and 0.48 t/h fuel savings immediately."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84C0C-3735-41A5-E0E6-2ED067F05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735EA-4DC5-3623-4CC0-E17FCA3B1B8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63F27E3-9C13-4D18-4229-44690BE06BA0}"/>
              </a:ext>
            </a:extLst>
          </p:cNvPr>
          <p:cNvSpPr>
            <a:spLocks noGrp="1"/>
          </p:cNvSpPr>
          <p:nvPr>
            <p:ph type="body" sz="quarter" idx="3"/>
          </p:nvPr>
        </p:nvSpPr>
        <p:spPr/>
        <p:txBody>
          <a:bodyPr/>
          <a:lstStyle/>
          <a:p>
            <a:r>
              <a:rPr lang="en-US"/>
              <a:t>=== SLIDE 27: STEP 10: BUSINESS CASE &amp; FINANCIAL VALUE QUANTIFICATION (Financial Table) ===
[ESTIMATED TIME: 3.5 minutes]
[OBJECTIVE]
Present the audited financial valuation table detailing the annual dollar value delivered by each optimization lever at Plant Operations.
[SPOKEN SCRIPT / TALKING POINTS]
"Slide 27 presents the audited financial bottom line. At a clinker margin of $50/ton, the 132,600 tons of additional clinker throughput generates $6.63M/year. The 19,440 tons of fuel displaced via Alternative Fuel at $130/ton delivers $2.527M/year in fuel savings (-13.24% fuel reduction). Adding quality stabilization ($350K), fan power savings ($167K), drive protection ($240K), and refractory extension ($200K), the total recurring economic value unlocked is ~$10,114,200 per year."</a:t>
            </a:r>
            <a:endParaRPr/>
          </a:p>
        </p:txBody>
      </p:sp>
      <p:sp>
        <p:nvSpPr>
          <p:cNvPr id="4" name="Slide Number Placeholder 3">
            <a:extLst>
              <a:ext uri="{FF2B5EF4-FFF2-40B4-BE49-F238E27FC236}">
                <a16:creationId xmlns:a16="http://schemas.microsoft.com/office/drawing/2014/main" id="{558C3C5E-7743-C047-ADE1-C76C48FBD09B}"/>
              </a:ext>
            </a:extLst>
          </p:cNvPr>
          <p:cNvSpPr>
            <a:spLocks noGrp="1"/>
          </p:cNvSpPr>
          <p:nvPr>
            <p:ph type="sldNum" sz="quarter" idx="5"/>
          </p:nvPr>
        </p:nvSpPr>
        <p:spPr/>
      </p:sp>
    </p:spTree>
    <p:extLst>
      <p:ext uri="{BB962C8B-B14F-4D97-AF65-F5344CB8AC3E}">
        <p14:creationId xmlns:p14="http://schemas.microsoft.com/office/powerpoint/2010/main" val="12665315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28: STEP 10B: DETAILED FINANCIAL &amp; PROCESS VALUE CALCULATIONS ===
[ESTIMATED TIME: 3.5 minutes]
[OBJECTIVE]
Walk through the transparent mathematical equations, plant baselines, conversion constants, and engineering formulas for all 4 value pillars.
[SPOKEN SCRIPT / TALKING POINTS]
"Slide 28 details our valuation methodology, ensuring total financial transparency. In Card 1, Throughput Expansion: 18.42 t/h clinker gain over 7,200 hours yields 132,600 tons of clinker, delivering $6.63M at a $50 margin. In Card 2, Fuel Reduction: saving 2.70 t/h of fuel over 7,200 hours yields 19,440 tons of fuel saved, unlocking $2.527M at $130/ton (-13.24% fuel reduction), plus $350K in avoided quality grinding. In Card 3, Electrical Power: cooler bed control and draft symmetry save 1.67M kWh, worth $167K. In Card 4, Asset Protection: M02 trip shaving and refractory life extension deliver $440K, while avoiding 40,600 tons of CO2. Total recurring economic value is ~$10,114,200 per year."</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29: Parallel Plot 1: Plant Main Kiln Process Dynamics Multi-Variable Trajectories ===
[ESTIMATED TIME: 2.0 minutes]
[OBJECTIVE]
Interpret high-dimensional parallel coordinate trajectories across Total Kiln Feed, Kiln Speed, M02 Drive Current, and Fuel Flow for Plant Operations.
[SPOKEN SCRIPT / TALKING POINTS]
"Slide 29 presents Parallel Coordinate Plot 1, mapping high-dimensional trajectories across the main kiln. Notice how the densest operating cluster aligns with our Golden Batch target corridor, validating that expanded feed can be sustained with stable mechanical drive current."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30: Parallel Plot 2: Plant Fuel &amp; Alternative Energy Dynamics ===
[ESTIMATED TIME: 2.0 minutes]
[OBJECTIVE]
Analyze parallel trajectories for multi-fuel combustion, evaluating fuel displacement by Alternative Fuel satellite firing.
[SPOKEN SCRIPT / TALKING POINTS]
"Slide 30 displays Parallel Coordinate Plot 2, tracking fuel combustion splits. The trajectories demonstrate that increasing Alternative Fuel substitution to 13–20 t/h enables significant fuel displacement while maintaining stable burning zone temperatures."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 SLIDE 31: Parallel Plot 3: Plant Quality &amp; Burnability Diagnostics ===
[ESTIMATED TIME: 2.0 minutes]
[OBJECTIVE]
Evaluate multi-variable parallel trajectories connecting thermal inputs with lab clinker quality assays.
[SPOKEN SCRIPT / TALKING POINTS]
"Slide 31 presents Parallel Coordinate Plot 3, linking thermal input with clinker quality. Notice how trajectories achieving elevated secondary air temperatures converge on low Free Lime and high C3S, confirming our core quality thesis."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PT"/>
              <a:t>=== SLIDE 32: Parallel Plot 4: Plant Cooler &amp; Heat Recovery Dynamics ===
[ESTIMATED TIME: 2.0 minutes]
[OBJECTIVE]
Map clinker cooler aeration dynamics connecting grate speed, chamber pressure, cooling fan kW, and secondary air temperature.
[SPOKEN SCRIPT / TALKING POINTS]
"Slide 32 concludes our analysis with Parallel Coordinate Plot 4, mapping cooler hydraulic dynamics. Regulating grate speed stabilizes clinker bed resistance, maximizing sensible heat return to the burning zone and minimizing cooler fan electrical power."</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4.svg"/><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4.svg"/><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2.svg"/><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 Id="rId3" Type="http://schemas.openxmlformats.org/officeDocument/2006/relationships/image" Target="../media/image5.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9.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4.svg"/><Relationship Id="rId4"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4.svg"/><Relationship Id="rId4" Type="http://schemas.openxmlformats.org/officeDocument/2006/relationships/image" Target="../media/image9.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10.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9.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9.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 Id="rId3" Type="http://schemas.openxmlformats.org/officeDocument/2006/relationships/image" Target="../media/image2.svg"/><Relationship Id="rId4" Type="http://schemas.openxmlformats.org/officeDocument/2006/relationships/image" Target="../media/image9.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9.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svg"/><Relationship Id="rId3" Type="http://schemas.openxmlformats.org/officeDocument/2006/relationships/image" Target="../media/image10.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svg"/><Relationship Id="rId3" Type="http://schemas.openxmlformats.org/officeDocument/2006/relationships/image" Target="../media/image9.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graphic">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D6A8C7C-7DFD-15C5-B05F-4DBB14482B6A}"/>
              </a:ext>
            </a:extLst>
          </p:cNvPr>
          <p:cNvSpPr>
            <a:spLocks noGrp="1"/>
          </p:cNvSpPr>
          <p:nvPr>
            <p:ph type="ctrTitle"/>
          </p:nvPr>
        </p:nvSpPr>
        <p:spPr>
          <a:xfrm>
            <a:off x="571500" y="571501"/>
            <a:ext cx="8572500" cy="1911600"/>
          </a:xfrm>
        </p:spPr>
        <p:txBody>
          <a:bodyPr wrap="square" anchor="b" anchorCtr="0">
            <a:noAutofit/>
          </a:bodyPr>
          <a:lstStyle>
            <a:lvl1pPr algn="l">
              <a:lnSpc>
                <a:spcPct val="93000"/>
              </a:lnSpc>
              <a:defRPr sz="7400"/>
            </a:lvl1pPr>
          </a:lstStyle>
          <a:p>
            <a:r>
              <a:rPr lang="en-US"/>
              <a:t>Click to edit Master title style</a:t>
            </a:r>
          </a:p>
        </p:txBody>
      </p:sp>
      <p:sp>
        <p:nvSpPr>
          <p:cNvPr id="3" name="Subtitle">
            <a:extLst>
              <a:ext uri="{FF2B5EF4-FFF2-40B4-BE49-F238E27FC236}">
                <a16:creationId xmlns:a16="http://schemas.microsoft.com/office/drawing/2014/main" id="{1C3C53BD-B101-AD26-4F40-231EE142834E}"/>
              </a:ext>
            </a:extLst>
          </p:cNvPr>
          <p:cNvSpPr>
            <a:spLocks noGrp="1"/>
          </p:cNvSpPr>
          <p:nvPr>
            <p:ph type="subTitle" idx="1"/>
          </p:nvPr>
        </p:nvSpPr>
        <p:spPr>
          <a:xfrm>
            <a:off x="571500" y="2483101"/>
            <a:ext cx="8572500" cy="2088899"/>
          </a:xfrm>
        </p:spPr>
        <p:txBody>
          <a:bodyPr wrap="square" tIns="252000">
            <a:noAutofit/>
          </a:bodyPr>
          <a:lstStyle>
            <a:lvl1pPr marL="0" indent="0" algn="l">
              <a:buNone/>
              <a:defRPr sz="3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Date">
            <a:extLst>
              <a:ext uri="{FF2B5EF4-FFF2-40B4-BE49-F238E27FC236}">
                <a16:creationId xmlns:a16="http://schemas.microsoft.com/office/drawing/2014/main" id="{ED68D7C4-B1A7-DCD1-7190-71D1FF011285}"/>
              </a:ext>
            </a:extLst>
          </p:cNvPr>
          <p:cNvSpPr>
            <a:spLocks noGrp="1"/>
          </p:cNvSpPr>
          <p:nvPr>
            <p:ph type="body" sz="quarter" idx="10" hasCustomPrompt="1"/>
          </p:nvPr>
        </p:nvSpPr>
        <p:spPr>
          <a:xfrm>
            <a:off x="571500" y="6231600"/>
            <a:ext cx="2476500" cy="288000"/>
          </a:xfrm>
        </p:spPr>
        <p:txBody>
          <a:bodyPr anchor="t" anchorCtr="0"/>
          <a:lstStyle>
            <a:lvl1pPr algn="l">
              <a:defRPr/>
            </a:lvl1pPr>
            <a:lvl2pPr marL="0" indent="0" algn="l">
              <a:buFontTx/>
              <a:buNone/>
              <a:defRPr b="1"/>
            </a:lvl2pPr>
            <a:lvl3pPr marL="0" algn="l">
              <a:lnSpc>
                <a:spcPct val="128000"/>
              </a:lnSpc>
              <a:defRPr sz="1600"/>
            </a:lvl3pPr>
            <a:lvl4pPr marL="0" indent="0" algn="l">
              <a:lnSpc>
                <a:spcPct val="128000"/>
              </a:lnSpc>
              <a:buFont typeface="Arial" panose="020B0604020202020204" pitchFamily="34" charset="0"/>
              <a:buNone/>
              <a:defRPr sz="1600" b="1"/>
            </a:lvl4pPr>
            <a:lvl5pPr marL="0" algn="l">
              <a:lnSpc>
                <a:spcPct val="188000"/>
              </a:lnSpc>
              <a:defRPr sz="1100"/>
            </a:lvl5pPr>
            <a:lvl6pPr marL="0" indent="0" algn="l">
              <a:lnSpc>
                <a:spcPct val="188000"/>
              </a:lnSpc>
              <a:buFont typeface="Arial" panose="020B0604020202020204" pitchFamily="34" charset="0"/>
              <a:buNone/>
              <a:defRPr sz="1100" b="1"/>
            </a:lvl6pPr>
            <a:lvl7pPr marL="0" algn="l">
              <a:defRPr b="0">
                <a:solidFill>
                  <a:schemeClr val="accent5"/>
                </a:solidFill>
              </a:defRPr>
            </a:lvl7pPr>
            <a:lvl8pPr marL="0" indent="0" algn="l">
              <a:lnSpc>
                <a:spcPct val="128000"/>
              </a:lnSpc>
              <a:buFont typeface="Arial" panose="020B0604020202020204" pitchFamily="34" charset="0"/>
              <a:buNone/>
              <a:defRPr sz="1600" b="0">
                <a:solidFill>
                  <a:schemeClr val="accent5"/>
                </a:solidFill>
              </a:defRPr>
            </a:lvl8pPr>
            <a:lvl9pPr marL="0" algn="l">
              <a:lnSpc>
                <a:spcPct val="188000"/>
              </a:lnSpc>
              <a:defRPr sz="1100" b="0">
                <a:solidFill>
                  <a:schemeClr val="accent5"/>
                </a:solidFill>
              </a:defRPr>
            </a:lvl9pPr>
          </a:lstStyle>
          <a:p>
            <a:pPr lvl="0"/>
            <a:r>
              <a:rPr lang="en-US"/>
              <a:t>Presentation date</a:t>
            </a:r>
          </a:p>
        </p:txBody>
      </p:sp>
      <p:pic>
        <p:nvPicPr>
          <p:cNvPr id="4" name="INNOMOTICS Logo" descr="INNOMOTICS logo">
            <a:extLst>
              <a:ext uri="{FF2B5EF4-FFF2-40B4-BE49-F238E27FC236}">
                <a16:creationId xmlns:a16="http://schemas.microsoft.com/office/drawing/2014/main" id="{0C82F160-2A6D-E46B-6F1E-87F3CF0F00F6}"/>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8572500" y="5814972"/>
            <a:ext cx="3048000" cy="661548"/>
          </a:xfrm>
          <a:prstGeom prst="rect">
            <a:avLst/>
          </a:prstGeom>
        </p:spPr>
      </p:pic>
    </p:spTree>
    <p:extLst>
      <p:ext uri="{BB962C8B-B14F-4D97-AF65-F5344CB8AC3E}">
        <p14:creationId xmlns:p14="http://schemas.microsoft.com/office/powerpoint/2010/main" val="3038000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plit format">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D6A8C7C-7DFD-15C5-B05F-4DBB14482B6A}"/>
              </a:ext>
            </a:extLst>
          </p:cNvPr>
          <p:cNvSpPr>
            <a:spLocks noGrp="1"/>
          </p:cNvSpPr>
          <p:nvPr>
            <p:ph type="ctrTitle"/>
          </p:nvPr>
        </p:nvSpPr>
        <p:spPr>
          <a:xfrm>
            <a:off x="6667500" y="571500"/>
            <a:ext cx="4953000" cy="2448000"/>
          </a:xfrm>
        </p:spPr>
        <p:txBody>
          <a:bodyPr wrap="square" anchor="b">
            <a:noAutofit/>
          </a:bodyPr>
          <a:lstStyle>
            <a:lvl1pPr algn="l">
              <a:lnSpc>
                <a:spcPct val="93000"/>
              </a:lnSpc>
              <a:defRPr sz="6000">
                <a:solidFill>
                  <a:schemeClr val="tx2"/>
                </a:solidFill>
              </a:defRPr>
            </a:lvl1pPr>
          </a:lstStyle>
          <a:p>
            <a:r>
              <a:rPr lang="en-US" noProof="0"/>
              <a:t>Click to edit Master title style</a:t>
            </a:r>
          </a:p>
        </p:txBody>
      </p:sp>
      <p:sp>
        <p:nvSpPr>
          <p:cNvPr id="3" name="Subtitle">
            <a:extLst>
              <a:ext uri="{FF2B5EF4-FFF2-40B4-BE49-F238E27FC236}">
                <a16:creationId xmlns:a16="http://schemas.microsoft.com/office/drawing/2014/main" id="{1C3C53BD-B101-AD26-4F40-231EE142834E}"/>
              </a:ext>
            </a:extLst>
          </p:cNvPr>
          <p:cNvSpPr>
            <a:spLocks noGrp="1"/>
          </p:cNvSpPr>
          <p:nvPr>
            <p:ph type="subTitle" idx="1"/>
          </p:nvPr>
        </p:nvSpPr>
        <p:spPr>
          <a:xfrm>
            <a:off x="6667500" y="3019500"/>
            <a:ext cx="4953000" cy="704319"/>
          </a:xfrm>
        </p:spPr>
        <p:txBody>
          <a:bodyPr wrap="square" tIns="324000">
            <a:spAutoFit/>
          </a:bodyPr>
          <a:lstStyle>
            <a:lvl1pPr marL="0" indent="0" algn="l">
              <a:lnSpc>
                <a:spcPct val="113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Title image">
            <a:extLst>
              <a:ext uri="{FF2B5EF4-FFF2-40B4-BE49-F238E27FC236}">
                <a16:creationId xmlns:a16="http://schemas.microsoft.com/office/drawing/2014/main" id="{9F848A1D-B544-B369-8827-6059D4324240}"/>
              </a:ext>
            </a:extLst>
          </p:cNvPr>
          <p:cNvSpPr>
            <a:spLocks noGrp="1"/>
          </p:cNvSpPr>
          <p:nvPr>
            <p:ph type="pic" sz="quarter" idx="10" hasCustomPrompt="1"/>
          </p:nvPr>
        </p:nvSpPr>
        <p:spPr bwMode="ltGray">
          <a:xfrm>
            <a:off x="0" y="0"/>
            <a:ext cx="6096000" cy="6858000"/>
          </a:xfrm>
          <a:solidFill>
            <a:schemeClr val="accent4"/>
          </a:solidFill>
        </p:spPr>
        <p:txBody>
          <a:bodyPr lIns="572400" tIns="529200" rIns="0"/>
          <a:lstStyle>
            <a:lvl1pPr>
              <a:lnSpc>
                <a:spcPct val="100000"/>
              </a:lnSpc>
              <a:defRPr/>
            </a:lvl1pPr>
          </a:lstStyle>
          <a:p>
            <a:r>
              <a:rPr lang="en-US" noProof="0"/>
              <a:t>Please insert title image here</a:t>
            </a:r>
          </a:p>
        </p:txBody>
      </p:sp>
      <p:sp>
        <p:nvSpPr>
          <p:cNvPr id="4" name="Date">
            <a:extLst>
              <a:ext uri="{FF2B5EF4-FFF2-40B4-BE49-F238E27FC236}">
                <a16:creationId xmlns:a16="http://schemas.microsoft.com/office/drawing/2014/main" id="{D96365CA-D54F-011B-00F3-9CD4CDF1246F}"/>
              </a:ext>
            </a:extLst>
          </p:cNvPr>
          <p:cNvSpPr>
            <a:spLocks noGrp="1"/>
          </p:cNvSpPr>
          <p:nvPr>
            <p:ph type="body" sz="quarter" idx="11" hasCustomPrompt="1"/>
          </p:nvPr>
        </p:nvSpPr>
        <p:spPr>
          <a:xfrm>
            <a:off x="6667500" y="6286500"/>
            <a:ext cx="1460500" cy="216000"/>
          </a:xfrm>
        </p:spPr>
        <p:txBody>
          <a:bodyPr anchor="t" anchorCtr="0"/>
          <a:lstStyle>
            <a:lvl1pPr algn="l">
              <a:lnSpc>
                <a:spcPct val="132000"/>
              </a:lnSpc>
              <a:defRPr sz="1200"/>
            </a:lvl1pPr>
            <a:lvl2pPr marL="0" indent="0" algn="l">
              <a:lnSpc>
                <a:spcPct val="132000"/>
              </a:lnSpc>
              <a:buFontTx/>
              <a:buNone/>
              <a:defRPr sz="1200" b="1"/>
            </a:lvl2pPr>
            <a:lvl3pPr marL="0" indent="0" algn="l">
              <a:lnSpc>
                <a:spcPct val="143000"/>
              </a:lnSpc>
              <a:buFont typeface="Arial" panose="020B0604020202020204" pitchFamily="34" charset="0"/>
              <a:buNone/>
              <a:defRPr sz="1100"/>
            </a:lvl3pPr>
            <a:lvl4pPr marL="0" indent="0" algn="l">
              <a:lnSpc>
                <a:spcPct val="143000"/>
              </a:lnSpc>
              <a:buFontTx/>
              <a:buNone/>
              <a:defRPr sz="1100" b="1"/>
            </a:lvl4pPr>
            <a:lvl5pPr marL="0" algn="l">
              <a:lnSpc>
                <a:spcPct val="155000"/>
              </a:lnSpc>
              <a:defRPr sz="1000" b="0"/>
            </a:lvl5pPr>
            <a:lvl6pPr marL="0" indent="0" algn="l">
              <a:lnSpc>
                <a:spcPct val="155000"/>
              </a:lnSpc>
              <a:buFont typeface="Arial" panose="020B0604020202020204" pitchFamily="34" charset="0"/>
              <a:buNone/>
              <a:defRPr sz="1000" b="1"/>
            </a:lvl6pPr>
            <a:lvl7pPr marL="0" algn="l">
              <a:lnSpc>
                <a:spcPct val="128000"/>
              </a:lnSpc>
              <a:defRPr sz="1200" b="0">
                <a:solidFill>
                  <a:schemeClr val="accent5"/>
                </a:solidFill>
              </a:defRPr>
            </a:lvl7pPr>
            <a:lvl8pPr marL="0" indent="0" algn="l">
              <a:lnSpc>
                <a:spcPct val="143000"/>
              </a:lnSpc>
              <a:buFont typeface="Arial" panose="020B0604020202020204" pitchFamily="34" charset="0"/>
              <a:buNone/>
              <a:defRPr sz="1100" b="0">
                <a:solidFill>
                  <a:schemeClr val="accent5"/>
                </a:solidFill>
              </a:defRPr>
            </a:lvl8pPr>
            <a:lvl9pPr marL="0" indent="0" algn="l">
              <a:lnSpc>
                <a:spcPct val="155000"/>
              </a:lnSpc>
              <a:buFont typeface="Arial" panose="020B0604020202020204" pitchFamily="34" charset="0"/>
              <a:buNone/>
              <a:tabLst>
                <a:tab pos="1163638" algn="l"/>
              </a:tabLst>
              <a:defRPr sz="1000" b="0">
                <a:solidFill>
                  <a:schemeClr val="accent5"/>
                </a:solidFill>
              </a:defRPr>
            </a:lvl9pPr>
          </a:lstStyle>
          <a:p>
            <a:pPr lvl="0"/>
            <a:r>
              <a:rPr lang="en-US"/>
              <a:t>Presentation date</a:t>
            </a:r>
          </a:p>
        </p:txBody>
      </p:sp>
      <p:pic>
        <p:nvPicPr>
          <p:cNvPr id="5" name="INNOMOTICS Logo" descr="INNOMOTICS logo">
            <a:extLst>
              <a:ext uri="{FF2B5EF4-FFF2-40B4-BE49-F238E27FC236}">
                <a16:creationId xmlns:a16="http://schemas.microsoft.com/office/drawing/2014/main" id="{534BD802-EAA8-14D4-37E5-C7A3487F7A45}"/>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88317" y="6022745"/>
            <a:ext cx="2032183" cy="441072"/>
          </a:xfrm>
          <a:prstGeom prst="rect">
            <a:avLst/>
          </a:prstGeom>
        </p:spPr>
      </p:pic>
    </p:spTree>
    <p:extLst>
      <p:ext uri="{BB962C8B-B14F-4D97-AF65-F5344CB8AC3E}">
        <p14:creationId xmlns:p14="http://schemas.microsoft.com/office/powerpoint/2010/main" val="36540485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guide id="23" pos="4200">
          <p15:clr>
            <a:srgbClr val="08191F"/>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12" name="Background">
            <a:extLst>
              <a:ext uri="{FF2B5EF4-FFF2-40B4-BE49-F238E27FC236}">
                <a16:creationId xmlns:a16="http://schemas.microsoft.com/office/drawing/2014/main" id="{7571532F-637A-5AF5-28B6-73CB35502B5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ltGray">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600"/>
          </a:p>
        </p:txBody>
      </p:sp>
      <p:sp>
        <p:nvSpPr>
          <p:cNvPr id="6" name="Title">
            <a:extLst>
              <a:ext uri="{FF2B5EF4-FFF2-40B4-BE49-F238E27FC236}">
                <a16:creationId xmlns:a16="http://schemas.microsoft.com/office/drawing/2014/main" id="{427EF23D-9FE7-3CDF-2CAC-125209224246}"/>
              </a:ext>
            </a:extLst>
          </p:cNvPr>
          <p:cNvSpPr>
            <a:spLocks noGrp="1"/>
          </p:cNvSpPr>
          <p:nvPr>
            <p:ph type="title" hasCustomPrompt="1"/>
          </p:nvPr>
        </p:nvSpPr>
        <p:spPr bwMode="white">
          <a:xfrm>
            <a:off x="571501" y="457200"/>
            <a:ext cx="7999200" cy="1186200"/>
          </a:xfrm>
        </p:spPr>
        <p:txBody>
          <a:bodyPr>
            <a:noAutofit/>
          </a:bodyPr>
          <a:lstStyle>
            <a:lvl1pPr>
              <a:lnSpc>
                <a:spcPct val="93000"/>
              </a:lnSpc>
              <a:defRPr sz="6000">
                <a:solidFill>
                  <a:schemeClr val="bg2"/>
                </a:solidFill>
              </a:defRPr>
            </a:lvl1pPr>
          </a:lstStyle>
          <a:p>
            <a:r>
              <a:rPr lang="en-US"/>
              <a:t>Table of content</a:t>
            </a:r>
          </a:p>
        </p:txBody>
      </p:sp>
      <p:sp>
        <p:nvSpPr>
          <p:cNvPr id="14" name="Text">
            <a:extLst>
              <a:ext uri="{FF2B5EF4-FFF2-40B4-BE49-F238E27FC236}">
                <a16:creationId xmlns:a16="http://schemas.microsoft.com/office/drawing/2014/main" id="{2777FE00-830D-7844-270A-AF3C8220FD13}"/>
              </a:ext>
            </a:extLst>
          </p:cNvPr>
          <p:cNvSpPr>
            <a:spLocks noGrp="1"/>
          </p:cNvSpPr>
          <p:nvPr>
            <p:ph type="body" sz="quarter" idx="18" hasCustomPrompt="1"/>
          </p:nvPr>
        </p:nvSpPr>
        <p:spPr>
          <a:xfrm>
            <a:off x="571500" y="1645200"/>
            <a:ext cx="444500" cy="4071600"/>
          </a:xfrm>
        </p:spPr>
        <p:txBody>
          <a:bodyPr lIns="0" rIns="0"/>
          <a:lstStyle>
            <a:lvl1pPr algn="l">
              <a:lnSpc>
                <a:spcPct val="114000"/>
              </a:lnSpc>
              <a:spcAft>
                <a:spcPts val="2100"/>
              </a:spcAft>
              <a:tabLst/>
              <a:defRPr>
                <a:solidFill>
                  <a:schemeClr val="bg2"/>
                </a:solidFill>
              </a:defRPr>
            </a:lvl1pPr>
            <a:lvl2pPr marL="0" indent="0" algn="l">
              <a:lnSpc>
                <a:spcPct val="114000"/>
              </a:lnSpc>
              <a:spcAft>
                <a:spcPts val="2100"/>
              </a:spcAft>
              <a:buFont typeface="Arial" panose="020B0604020202020204" pitchFamily="34" charset="0"/>
              <a:buNone/>
              <a:tabLst/>
              <a:defRPr b="1">
                <a:solidFill>
                  <a:schemeClr val="bg2"/>
                </a:solidFill>
              </a:defRPr>
            </a:lvl2pPr>
            <a:lvl3pPr marL="0" indent="0" algn="l">
              <a:lnSpc>
                <a:spcPct val="114000"/>
              </a:lnSpc>
              <a:spcAft>
                <a:spcPts val="2100"/>
              </a:spcAft>
              <a:buNone/>
              <a:tabLst/>
              <a:defRPr>
                <a:solidFill>
                  <a:schemeClr val="bg1"/>
                </a:solidFill>
              </a:defRPr>
            </a:lvl3pPr>
            <a:lvl4pPr marL="0" indent="0" algn="l">
              <a:lnSpc>
                <a:spcPct val="114000"/>
              </a:lnSpc>
              <a:spcAft>
                <a:spcPts val="2100"/>
              </a:spcAft>
              <a:buFont typeface="Arial" panose="020B0604020202020204" pitchFamily="34" charset="0"/>
              <a:buNone/>
              <a:tabLst/>
              <a:defRPr b="1">
                <a:solidFill>
                  <a:schemeClr val="bg1"/>
                </a:solidFill>
              </a:defRPr>
            </a:lvl4pPr>
            <a:lvl5pPr marL="0" indent="0" algn="l">
              <a:lnSpc>
                <a:spcPct val="114000"/>
              </a:lnSpc>
              <a:spcAft>
                <a:spcPts val="700"/>
              </a:spcAft>
              <a:buFont typeface="Arial" panose="020B0604020202020204" pitchFamily="34" charset="0"/>
              <a:buNone/>
              <a:defRPr>
                <a:solidFill>
                  <a:schemeClr val="bg2"/>
                </a:solidFill>
              </a:defRPr>
            </a:lvl5pPr>
            <a:lvl6pPr marL="0" indent="0" algn="l">
              <a:lnSpc>
                <a:spcPct val="114000"/>
              </a:lnSpc>
              <a:spcAft>
                <a:spcPts val="700"/>
              </a:spcAft>
              <a:buFont typeface="Arial" panose="020B0604020202020204" pitchFamily="34" charset="0"/>
              <a:buNone/>
              <a:defRPr b="1">
                <a:solidFill>
                  <a:schemeClr val="bg2"/>
                </a:solidFill>
              </a:defRPr>
            </a:lvl6pPr>
            <a:lvl7pPr marL="0" indent="0" algn="l">
              <a:lnSpc>
                <a:spcPct val="114000"/>
              </a:lnSpc>
              <a:spcAft>
                <a:spcPts val="700"/>
              </a:spcAft>
              <a:buFont typeface="Arial" panose="020B0604020202020204" pitchFamily="34" charset="0"/>
              <a:buNone/>
              <a:defRPr>
                <a:solidFill>
                  <a:schemeClr val="bg1"/>
                </a:solidFill>
              </a:defRPr>
            </a:lvl7pPr>
            <a:lvl8pPr marL="0" indent="0" algn="l">
              <a:spcAft>
                <a:spcPts val="700"/>
              </a:spcAft>
              <a:buFont typeface="Arial" panose="020B0604020202020204" pitchFamily="34" charset="0"/>
              <a:buNone/>
              <a:defRPr b="1">
                <a:solidFill>
                  <a:schemeClr val="bg1"/>
                </a:solidFill>
              </a:defRPr>
            </a:lvl8pPr>
            <a:lvl9pPr marL="0" indent="0" algn="r">
              <a:buFont typeface="Arial" panose="020B0604020202020204" pitchFamily="34" charset="0"/>
              <a:buNone/>
              <a:defRPr b="1">
                <a:solidFill>
                  <a:schemeClr val="bg2"/>
                </a:solidFill>
              </a:defRPr>
            </a:lvl9pPr>
          </a:lstStyle>
          <a:p>
            <a:pPr lvl="0"/>
            <a:r>
              <a:rPr lang="en-US"/>
              <a:t>01</a:t>
            </a:r>
          </a:p>
          <a:p>
            <a:pPr lvl="1"/>
            <a:r>
              <a:rPr lang="en-US"/>
              <a:t>02</a:t>
            </a:r>
          </a:p>
          <a:p>
            <a:pPr lvl="2"/>
            <a:r>
              <a:rPr lang="en-US"/>
              <a:t>03</a:t>
            </a:r>
          </a:p>
          <a:p>
            <a:pPr lvl="3"/>
            <a:r>
              <a:rPr lang="en-US"/>
              <a:t>04</a:t>
            </a:r>
          </a:p>
          <a:p>
            <a:pPr lvl="4"/>
            <a:r>
              <a:rPr lang="en-US"/>
              <a:t>05</a:t>
            </a:r>
          </a:p>
          <a:p>
            <a:pPr lvl="5"/>
            <a:r>
              <a:rPr lang="en-US"/>
              <a:t>06</a:t>
            </a:r>
          </a:p>
          <a:p>
            <a:pPr lvl="6"/>
            <a:r>
              <a:rPr lang="en-US"/>
              <a:t>07</a:t>
            </a:r>
          </a:p>
          <a:p>
            <a:pPr lvl="7"/>
            <a:r>
              <a:rPr lang="en-US"/>
              <a:t>08</a:t>
            </a:r>
          </a:p>
        </p:txBody>
      </p:sp>
      <p:sp>
        <p:nvSpPr>
          <p:cNvPr id="11" name="Text">
            <a:extLst>
              <a:ext uri="{FF2B5EF4-FFF2-40B4-BE49-F238E27FC236}">
                <a16:creationId xmlns:a16="http://schemas.microsoft.com/office/drawing/2014/main" id="{56836E24-7031-EF31-67A4-BA5D94DD7C53}"/>
              </a:ext>
            </a:extLst>
          </p:cNvPr>
          <p:cNvSpPr>
            <a:spLocks noGrp="1"/>
          </p:cNvSpPr>
          <p:nvPr>
            <p:ph type="body" sz="quarter" idx="14"/>
          </p:nvPr>
        </p:nvSpPr>
        <p:spPr>
          <a:xfrm>
            <a:off x="1015999" y="1645200"/>
            <a:ext cx="7554702" cy="4069800"/>
          </a:xfrm>
        </p:spPr>
        <p:txBody>
          <a:bodyPr lIns="442800" rIns="0"/>
          <a:lstStyle>
            <a:lvl1pPr algn="l">
              <a:lnSpc>
                <a:spcPct val="114000"/>
              </a:lnSpc>
              <a:spcAft>
                <a:spcPts val="2100"/>
              </a:spcAft>
              <a:tabLst/>
              <a:defRPr>
                <a:solidFill>
                  <a:schemeClr val="bg1"/>
                </a:solidFill>
              </a:defRPr>
            </a:lvl1pPr>
            <a:lvl2pPr marL="0" indent="0" algn="l">
              <a:lnSpc>
                <a:spcPct val="114000"/>
              </a:lnSpc>
              <a:spcAft>
                <a:spcPts val="2100"/>
              </a:spcAft>
              <a:buFont typeface="Arial" panose="020B0604020202020204" pitchFamily="34" charset="0"/>
              <a:buNone/>
              <a:tabLst/>
              <a:defRPr b="1">
                <a:solidFill>
                  <a:schemeClr val="bg1"/>
                </a:solidFill>
              </a:defRPr>
            </a:lvl2pPr>
            <a:lvl3pPr marL="0" indent="0" algn="l">
              <a:lnSpc>
                <a:spcPct val="114000"/>
              </a:lnSpc>
              <a:spcAft>
                <a:spcPts val="2100"/>
              </a:spcAft>
              <a:buNone/>
              <a:tabLst/>
              <a:defRPr>
                <a:solidFill>
                  <a:schemeClr val="bg2"/>
                </a:solidFill>
              </a:defRPr>
            </a:lvl3pPr>
            <a:lvl4pPr marL="0" indent="0" algn="l">
              <a:lnSpc>
                <a:spcPct val="114000"/>
              </a:lnSpc>
              <a:spcAft>
                <a:spcPts val="2100"/>
              </a:spcAft>
              <a:buFont typeface="Arial" panose="020B0604020202020204" pitchFamily="34" charset="0"/>
              <a:buNone/>
              <a:tabLst/>
              <a:defRPr b="1">
                <a:solidFill>
                  <a:schemeClr val="bg2"/>
                </a:solidFill>
              </a:defRPr>
            </a:lvl4pPr>
            <a:lvl5pPr marL="0" indent="0" algn="l">
              <a:lnSpc>
                <a:spcPct val="114000"/>
              </a:lnSpc>
              <a:spcAft>
                <a:spcPts val="700"/>
              </a:spcAft>
              <a:buFont typeface="Arial" panose="020B0604020202020204" pitchFamily="34" charset="0"/>
              <a:buNone/>
              <a:defRPr>
                <a:solidFill>
                  <a:schemeClr val="bg1"/>
                </a:solidFill>
              </a:defRPr>
            </a:lvl5pPr>
            <a:lvl6pPr marL="0" indent="0">
              <a:lnSpc>
                <a:spcPct val="114000"/>
              </a:lnSpc>
              <a:spcAft>
                <a:spcPts val="700"/>
              </a:spcAft>
              <a:buFont typeface="Arial" panose="020B0604020202020204" pitchFamily="34" charset="0"/>
              <a:buNone/>
              <a:defRPr b="1">
                <a:solidFill>
                  <a:schemeClr val="bg1"/>
                </a:solidFill>
              </a:defRPr>
            </a:lvl6pPr>
            <a:lvl7pPr marL="0" indent="0">
              <a:lnSpc>
                <a:spcPct val="114000"/>
              </a:lnSpc>
              <a:spcAft>
                <a:spcPts val="700"/>
              </a:spcAft>
              <a:buFont typeface="Arial" panose="020B0604020202020204" pitchFamily="34" charset="0"/>
              <a:buNone/>
              <a:defRPr>
                <a:solidFill>
                  <a:schemeClr val="bg2"/>
                </a:solidFill>
              </a:defRPr>
            </a:lvl7pPr>
            <a:lvl8pPr marL="0" indent="0">
              <a:spcAft>
                <a:spcPts val="700"/>
              </a:spcAft>
              <a:buFont typeface="Arial" panose="020B0604020202020204" pitchFamily="34" charset="0"/>
              <a:buNone/>
              <a:defRPr b="1">
                <a:solidFill>
                  <a:schemeClr val="bg2"/>
                </a:solidFill>
              </a:defRPr>
            </a:lvl8pPr>
            <a:lvl9pPr marL="324000" indent="-324000">
              <a:buFontTx/>
              <a:buBlip>
                <a:blip>
                  <a:extLst>
                    <a:ext uri="{96DAC541-7B7A-43D3-8B79-37D633B846F1}">
                      <asvg:svgBlip xmlns:asvg="http://schemas.microsoft.com/office/drawing/2016/SVG/main" r:embed="rId2"/>
                    </a:ext>
                  </a:extLst>
                </a:blip>
              </a:buBlip>
              <a:defRPr>
                <a:solidFill>
                  <a:schemeClr val="bg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a:extLst>
              <a:ext uri="{FF2B5EF4-FFF2-40B4-BE49-F238E27FC236}">
                <a16:creationId xmlns:a16="http://schemas.microsoft.com/office/drawing/2014/main" id="{47A85A69-4A48-E16D-0DC6-B54E521DF0D6}"/>
              </a:ext>
            </a:extLst>
          </p:cNvPr>
          <p:cNvSpPr>
            <a:spLocks noGrp="1" noRot="1" noMove="1" noResize="1" noEditPoints="1" noAdjustHandles="1" noChangeArrowheads="1" noChangeShapeType="1"/>
          </p:cNvSpPr>
          <p:nvPr>
            <p:ph type="sldNum" sz="quarter" idx="20"/>
          </p:nvPr>
        </p:nvSpPr>
        <p:spPr/>
        <p:txBody>
          <a:bodyPr/>
          <a:lstStyle>
            <a:lvl1pPr>
              <a:defRPr>
                <a:solidFill>
                  <a:schemeClr val="bg1"/>
                </a:solidFill>
              </a:defRPr>
            </a:lvl1pPr>
          </a:lstStyle>
          <a:p>
            <a:fld id="{3AAD6F96-D980-42CA-8BF9-DAD285AFBC3D}" type="slidenum">
              <a:rPr lang="en-US" smtClean="0"/>
              <a:t>‹#›</a:t>
            </a:fld>
            <a:endParaRPr lang="en-US"/>
          </a:p>
        </p:txBody>
      </p:sp>
      <p:sp>
        <p:nvSpPr>
          <p:cNvPr id="5" name="Footer">
            <a:extLst>
              <a:ext uri="{FF2B5EF4-FFF2-40B4-BE49-F238E27FC236}">
                <a16:creationId xmlns:a16="http://schemas.microsoft.com/office/drawing/2014/main" id="{718641E0-2E38-9FD9-673C-431FB5E36FED}"/>
              </a:ext>
            </a:extLst>
          </p:cNvPr>
          <p:cNvSpPr>
            <a:spLocks noGrp="1" noRot="1" noMove="1" noResize="1" noEditPoints="1" noAdjustHandles="1" noChangeArrowheads="1" noChangeShapeType="1"/>
          </p:cNvSpPr>
          <p:nvPr>
            <p:ph type="ftr" sz="quarter" idx="19"/>
          </p:nvPr>
        </p:nvSpPr>
        <p:spPr/>
        <p:txBody>
          <a:bodyPr/>
          <a:lstStyle>
            <a:lvl1pPr>
              <a:defRPr>
                <a:solidFill>
                  <a:schemeClr val="bg1"/>
                </a:solidFill>
              </a:defRPr>
            </a:lvl1pPr>
          </a:lstStyle>
          <a:p>
            <a:r>
              <a:rPr lang="en-US"/>
              <a:t>Restricted | © Innomotics 2025</a:t>
            </a:r>
          </a:p>
        </p:txBody>
      </p:sp>
      <p:pic>
        <p:nvPicPr>
          <p:cNvPr id="2" name="INNOMOTICS Logo" descr="INNOMOTICS logo">
            <a:extLst>
              <a:ext uri="{FF2B5EF4-FFF2-40B4-BE49-F238E27FC236}">
                <a16:creationId xmlns:a16="http://schemas.microsoft.com/office/drawing/2014/main" id="{CA73D3B7-AE3A-9317-8D5A-9EA46525E748}"/>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25297378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E1F000"/>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71">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guide id="24" pos="5405">
          <p15:clr>
            <a:srgbClr val="E1F00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eadline bold, content (smal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D4001BA-D84F-2C69-9D93-0B61E5E0FB72}"/>
              </a:ext>
            </a:extLst>
          </p:cNvPr>
          <p:cNvSpPr>
            <a:spLocks noGrp="1"/>
          </p:cNvSpPr>
          <p:nvPr>
            <p:ph type="title"/>
          </p:nvPr>
        </p:nvSpPr>
        <p:spPr>
          <a:xfrm>
            <a:off x="571500" y="489600"/>
            <a:ext cx="7556500" cy="1224000"/>
          </a:xfrm>
        </p:spPr>
        <p:txBody>
          <a:bodyPr/>
          <a:lstStyle>
            <a:lvl1pPr>
              <a:lnSpc>
                <a:spcPct val="93000"/>
              </a:lnSpc>
              <a:defRPr sz="3600"/>
            </a:lvl1pPr>
          </a:lstStyle>
          <a:p>
            <a:r>
              <a:rPr lang="en-US"/>
              <a:t>Click to edit Master title style</a:t>
            </a:r>
          </a:p>
        </p:txBody>
      </p:sp>
      <p:sp>
        <p:nvSpPr>
          <p:cNvPr id="3" name="Content">
            <a:extLst>
              <a:ext uri="{FF2B5EF4-FFF2-40B4-BE49-F238E27FC236}">
                <a16:creationId xmlns:a16="http://schemas.microsoft.com/office/drawing/2014/main" id="{A64283F3-0A58-A18C-74D0-2299AEA1121F}"/>
              </a:ext>
            </a:extLst>
          </p:cNvPr>
          <p:cNvSpPr>
            <a:spLocks noGrp="1"/>
          </p:cNvSpPr>
          <p:nvPr>
            <p:ph idx="1"/>
          </p:nvPr>
        </p:nvSpPr>
        <p:spPr bwMode="gray">
          <a:xfrm>
            <a:off x="578738" y="2059200"/>
            <a:ext cx="7556500" cy="3655800"/>
          </a:xfrm>
        </p:spPr>
        <p:txBody>
          <a:bodyPr/>
          <a:lstStyle>
            <a:lvl1pPr>
              <a:spcAft>
                <a:spcPts val="600"/>
              </a:spcAft>
              <a:defRPr/>
            </a:lvl1pPr>
            <a:lvl2pPr marL="324000" indent="-324000">
              <a:spcAft>
                <a:spcPts val="600"/>
              </a:spcAft>
              <a:buFontTx/>
              <a:buBlip>
                <a:blip>
                  <a:extLst>
                    <a:ext uri="{96DAC541-7B7A-43D3-8B79-37D633B846F1}">
                      <asvg:svgBlip xmlns:asvg="http://schemas.microsoft.com/office/drawing/2016/SVG/main" r:embed="rId2"/>
                    </a:ext>
                  </a:extLst>
                </a:blip>
              </a:buBlip>
              <a:defRPr/>
            </a:lvl2pPr>
            <a:lvl3pPr>
              <a:spcAft>
                <a:spcPts val="600"/>
              </a:spcAft>
              <a:defRPr/>
            </a:lvl3pPr>
            <a:lvl4pPr marL="648000" indent="-324000">
              <a:spcAft>
                <a:spcPts val="600"/>
              </a:spcAft>
              <a:buFontTx/>
              <a:buBlip>
                <a:blip>
                  <a:extLst>
                    <a:ext uri="{96DAC541-7B7A-43D3-8B79-37D633B846F1}">
                      <asvg:svgBlip xmlns:asvg="http://schemas.microsoft.com/office/drawing/2016/SVG/main" r:embed="rId2"/>
                    </a:ext>
                  </a:extLst>
                </a:blip>
              </a:buBlip>
              <a:defRPr/>
            </a:lvl4pPr>
            <a:lvl5pPr>
              <a:spcAft>
                <a:spcPts val="600"/>
              </a:spcAft>
              <a:defRPr/>
            </a:lvl5pPr>
            <a:lvl6pPr marL="324000" indent="-324000">
              <a:buFontTx/>
              <a:buBlip>
                <a:blip>
                  <a:extLst>
                    <a:ext uri="{96DAC541-7B7A-43D3-8B79-37D633B846F1}">
                      <asvg:svgBlip xmlns:asvg="http://schemas.microsoft.com/office/drawing/2016/SVG/main" r:embed="rId3"/>
                    </a:ext>
                  </a:extLst>
                </a:blip>
              </a:buBlip>
              <a:defRPr/>
            </a:lvl6pPr>
            <a:lvl7pPr marL="324000" indent="0">
              <a:buFont typeface="Arial" panose="020B0604020202020204" pitchFamily="34" charset="0"/>
              <a:buNone/>
              <a:defRPr/>
            </a:lvl7pPr>
            <a:lvl8pPr marL="648000" indent="-324000">
              <a:buFontTx/>
              <a:buBlip>
                <a:blip>
                  <a:extLst>
                    <a:ext uri="{96DAC541-7B7A-43D3-8B79-37D633B846F1}">
                      <asvg:svgBlip xmlns:asvg="http://schemas.microsoft.com/office/drawing/2016/SVG/main" r:embed="rId3"/>
                    </a:ext>
                  </a:extLst>
                </a:blip>
              </a:buBlip>
              <a:defRPr/>
            </a:lvl8pPr>
            <a:lvl9pPr marL="648000" indent="0">
              <a:buFont typeface="Arial" panose="020B0604020202020204" pitchFamily="34" charset="0"/>
              <a:buNone/>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Slide Number">
            <a:extLst>
              <a:ext uri="{FF2B5EF4-FFF2-40B4-BE49-F238E27FC236}">
                <a16:creationId xmlns:a16="http://schemas.microsoft.com/office/drawing/2014/main" id="{A01FA42B-D81A-DDAD-8F42-34354E2AC37B}"/>
              </a:ext>
            </a:extLst>
          </p:cNvPr>
          <p:cNvSpPr>
            <a:spLocks noGrp="1" noRot="1" noMove="1" noResize="1" noEditPoints="1" noAdjustHandles="1" noChangeArrowheads="1" noChangeShapeType="1"/>
          </p:cNvSpPr>
          <p:nvPr>
            <p:ph type="sldNum" sz="quarter" idx="11"/>
          </p:nvPr>
        </p:nvSpPr>
        <p:spPr/>
        <p:txBody>
          <a:bodyPr/>
          <a:lstStyle/>
          <a:p>
            <a:fld id="{3AAD6F96-D980-42CA-8BF9-DAD285AFBC3D}" type="slidenum">
              <a:rPr lang="en-US" smtClean="0"/>
              <a:t>‹#›</a:t>
            </a:fld>
            <a:endParaRPr lang="en-US"/>
          </a:p>
        </p:txBody>
      </p:sp>
      <p:sp>
        <p:nvSpPr>
          <p:cNvPr id="10" name="Footer">
            <a:extLst>
              <a:ext uri="{FF2B5EF4-FFF2-40B4-BE49-F238E27FC236}">
                <a16:creationId xmlns:a16="http://schemas.microsoft.com/office/drawing/2014/main" id="{3947E6DD-018A-CD8F-1672-131805CD09A4}"/>
              </a:ext>
            </a:extLst>
          </p:cNvPr>
          <p:cNvSpPr>
            <a:spLocks noGrp="1" noRot="1" noMove="1" noResize="1" noEditPoints="1" noAdjustHandles="1" noChangeArrowheads="1" noChangeShapeType="1"/>
          </p:cNvSpPr>
          <p:nvPr>
            <p:ph type="ftr" sz="quarter" idx="10"/>
          </p:nvPr>
        </p:nvSpPr>
        <p:spPr/>
        <p:txBody>
          <a:bodyPr/>
          <a:lstStyle/>
          <a:p>
            <a:r>
              <a:rPr lang="en-US"/>
              <a:t>Restricted | © Innomotics 2025</a:t>
            </a:r>
          </a:p>
        </p:txBody>
      </p:sp>
      <p:pic>
        <p:nvPicPr>
          <p:cNvPr id="5" name="INNOMOTICS Logo" descr="INNOMOTICS logo">
            <a:extLst>
              <a:ext uri="{FF2B5EF4-FFF2-40B4-BE49-F238E27FC236}">
                <a16:creationId xmlns:a16="http://schemas.microsoft.com/office/drawing/2014/main" id="{C91A02A1-6DF8-CCFF-CE47-F19AF05C5B5D}"/>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28239615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mall)">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585C3481-23ED-37F6-AA07-6345FCCC09C0}"/>
              </a:ext>
            </a:extLst>
          </p:cNvPr>
          <p:cNvSpPr>
            <a:spLocks noGrp="1"/>
          </p:cNvSpPr>
          <p:nvPr>
            <p:ph type="title"/>
          </p:nvPr>
        </p:nvSpPr>
        <p:spPr/>
        <p:txBody>
          <a:bodyPr/>
          <a:lstStyle/>
          <a:p>
            <a:r>
              <a:rPr lang="en-US"/>
              <a:t>Click to edit Master title style</a:t>
            </a:r>
          </a:p>
        </p:txBody>
      </p:sp>
      <p:sp>
        <p:nvSpPr>
          <p:cNvPr id="3" name="Content">
            <a:extLst>
              <a:ext uri="{FF2B5EF4-FFF2-40B4-BE49-F238E27FC236}">
                <a16:creationId xmlns:a16="http://schemas.microsoft.com/office/drawing/2014/main" id="{A64283F3-0A58-A18C-74D0-2299AEA1121F}"/>
              </a:ext>
            </a:extLst>
          </p:cNvPr>
          <p:cNvSpPr>
            <a:spLocks noGrp="1"/>
          </p:cNvSpPr>
          <p:nvPr>
            <p:ph idx="1"/>
          </p:nvPr>
        </p:nvSpPr>
        <p:spPr bwMode="gray">
          <a:xfrm>
            <a:off x="578738" y="1638000"/>
            <a:ext cx="7556500" cy="4077000"/>
          </a:xfrm>
        </p:spPr>
        <p:txBody>
          <a:bodyPr/>
          <a:lstStyle>
            <a:lvl1pPr>
              <a:spcAft>
                <a:spcPts val="600"/>
              </a:spcAft>
              <a:defRPr/>
            </a:lvl1pPr>
            <a:lvl2pPr marL="324000" indent="-324000">
              <a:spcAft>
                <a:spcPts val="600"/>
              </a:spcAft>
              <a:buFontTx/>
              <a:buBlip>
                <a:blip>
                  <a:extLst>
                    <a:ext uri="{96DAC541-7B7A-43D3-8B79-37D633B846F1}">
                      <asvg:svgBlip xmlns:asvg="http://schemas.microsoft.com/office/drawing/2016/SVG/main" r:embed="rId2"/>
                    </a:ext>
                  </a:extLst>
                </a:blip>
              </a:buBlip>
              <a:defRPr/>
            </a:lvl2pPr>
            <a:lvl3pPr>
              <a:spcAft>
                <a:spcPts val="600"/>
              </a:spcAft>
              <a:defRPr/>
            </a:lvl3pPr>
            <a:lvl4pPr marL="648000" indent="-324000">
              <a:spcAft>
                <a:spcPts val="600"/>
              </a:spcAft>
              <a:buFontTx/>
              <a:buBlip>
                <a:blip>
                  <a:extLst>
                    <a:ext uri="{96DAC541-7B7A-43D3-8B79-37D633B846F1}">
                      <asvg:svgBlip xmlns:asvg="http://schemas.microsoft.com/office/drawing/2016/SVG/main" r:embed="rId2"/>
                    </a:ext>
                  </a:extLst>
                </a:blip>
              </a:buBlip>
              <a:defRPr/>
            </a:lvl4pPr>
            <a:lvl5pPr>
              <a:spcAft>
                <a:spcPts val="600"/>
              </a:spcAft>
              <a:defRPr/>
            </a:lvl5pPr>
            <a:lvl6pPr marL="324000" indent="-324000">
              <a:buFontTx/>
              <a:buBlip>
                <a:blip>
                  <a:extLst>
                    <a:ext uri="{96DAC541-7B7A-43D3-8B79-37D633B846F1}">
                      <asvg:svgBlip xmlns:asvg="http://schemas.microsoft.com/office/drawing/2016/SVG/main" r:embed="rId3"/>
                    </a:ext>
                  </a:extLst>
                </a:blip>
              </a:buBlip>
              <a:defRPr/>
            </a:lvl6pPr>
            <a:lvl7pPr marL="324000" indent="0">
              <a:buFont typeface="Arial" panose="020B0604020202020204" pitchFamily="34" charset="0"/>
              <a:buNone/>
              <a:defRPr/>
            </a:lvl7pPr>
            <a:lvl8pPr marL="648000" indent="-324000">
              <a:buFontTx/>
              <a:buBlip>
                <a:blip>
                  <a:extLst>
                    <a:ext uri="{96DAC541-7B7A-43D3-8B79-37D633B846F1}">
                      <asvg:svgBlip xmlns:asvg="http://schemas.microsoft.com/office/drawing/2016/SVG/main" r:embed="rId3"/>
                    </a:ext>
                  </a:extLst>
                </a:blip>
              </a:buBlip>
              <a:defRPr/>
            </a:lvl8pPr>
            <a:lvl9pPr marL="648000" indent="0">
              <a:buFont typeface="Arial" panose="020B0604020202020204" pitchFamily="34" charset="0"/>
              <a:buNone/>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Slide Number">
            <a:extLst>
              <a:ext uri="{FF2B5EF4-FFF2-40B4-BE49-F238E27FC236}">
                <a16:creationId xmlns:a16="http://schemas.microsoft.com/office/drawing/2014/main" id="{A01FA42B-D81A-DDAD-8F42-34354E2AC37B}"/>
              </a:ext>
            </a:extLst>
          </p:cNvPr>
          <p:cNvSpPr>
            <a:spLocks noGrp="1" noRot="1" noMove="1" noResize="1" noEditPoints="1" noAdjustHandles="1" noChangeArrowheads="1" noChangeShapeType="1"/>
          </p:cNvSpPr>
          <p:nvPr>
            <p:ph type="sldNum" sz="quarter" idx="11"/>
          </p:nvPr>
        </p:nvSpPr>
        <p:spPr/>
        <p:txBody>
          <a:bodyPr/>
          <a:lstStyle/>
          <a:p>
            <a:fld id="{3AAD6F96-D980-42CA-8BF9-DAD285AFBC3D}" type="slidenum">
              <a:rPr lang="en-US" smtClean="0"/>
              <a:t>‹#›</a:t>
            </a:fld>
            <a:endParaRPr lang="en-US"/>
          </a:p>
        </p:txBody>
      </p:sp>
      <p:sp>
        <p:nvSpPr>
          <p:cNvPr id="10" name="Footer">
            <a:extLst>
              <a:ext uri="{FF2B5EF4-FFF2-40B4-BE49-F238E27FC236}">
                <a16:creationId xmlns:a16="http://schemas.microsoft.com/office/drawing/2014/main" id="{3947E6DD-018A-CD8F-1672-131805CD09A4}"/>
              </a:ext>
            </a:extLst>
          </p:cNvPr>
          <p:cNvSpPr>
            <a:spLocks noGrp="1" noRot="1" noMove="1" noResize="1" noEditPoints="1" noAdjustHandles="1" noChangeArrowheads="1" noChangeShapeType="1"/>
          </p:cNvSpPr>
          <p:nvPr>
            <p:ph type="ftr" sz="quarter" idx="10"/>
          </p:nvPr>
        </p:nvSpPr>
        <p:spPr/>
        <p:txBody>
          <a:bodyPr/>
          <a:lstStyle/>
          <a:p>
            <a:r>
              <a:rPr lang="en-US"/>
              <a:t>Restricted | © Innomotics 2025</a:t>
            </a:r>
          </a:p>
        </p:txBody>
      </p:sp>
      <p:pic>
        <p:nvPicPr>
          <p:cNvPr id="2" name="INNOMOTICS Logo" descr="INNOMOTICS logo">
            <a:extLst>
              <a:ext uri="{FF2B5EF4-FFF2-40B4-BE49-F238E27FC236}">
                <a16:creationId xmlns:a16="http://schemas.microsoft.com/office/drawing/2014/main" id="{409F557B-F29E-EC35-E210-1D3749C8CF52}"/>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4928922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graphic">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F603AD2-4EFD-707B-7A91-76B44547F6A6}"/>
              </a:ext>
            </a:extLst>
          </p:cNvPr>
          <p:cNvSpPr>
            <a:spLocks noGrp="1"/>
          </p:cNvSpPr>
          <p:nvPr>
            <p:ph type="title" hasCustomPrompt="1"/>
          </p:nvPr>
        </p:nvSpPr>
        <p:spPr>
          <a:xfrm>
            <a:off x="571500" y="298800"/>
            <a:ext cx="6540500" cy="2386800"/>
          </a:xfrm>
        </p:spPr>
        <p:txBody>
          <a:bodyPr wrap="none" bIns="0" anchor="t" anchorCtr="0"/>
          <a:lstStyle>
            <a:lvl1pPr>
              <a:lnSpc>
                <a:spcPct val="85000"/>
              </a:lnSpc>
              <a:defRPr sz="19400">
                <a:solidFill>
                  <a:schemeClr val="tx2"/>
                </a:solidFill>
              </a:defRPr>
            </a:lvl1pPr>
          </a:lstStyle>
          <a:p>
            <a:r>
              <a:rPr lang="en-US"/>
              <a:t>No</a:t>
            </a:r>
          </a:p>
        </p:txBody>
      </p:sp>
      <p:sp>
        <p:nvSpPr>
          <p:cNvPr id="3" name="Text">
            <a:extLst>
              <a:ext uri="{FF2B5EF4-FFF2-40B4-BE49-F238E27FC236}">
                <a16:creationId xmlns:a16="http://schemas.microsoft.com/office/drawing/2014/main" id="{E2E3FE66-5DD9-65BA-9709-6F10C04C38F6}"/>
              </a:ext>
            </a:extLst>
          </p:cNvPr>
          <p:cNvSpPr>
            <a:spLocks noGrp="1"/>
          </p:cNvSpPr>
          <p:nvPr>
            <p:ph type="body" idx="1"/>
          </p:nvPr>
        </p:nvSpPr>
        <p:spPr>
          <a:xfrm>
            <a:off x="571500" y="2685600"/>
            <a:ext cx="6540500" cy="3031200"/>
          </a:xfrm>
        </p:spPr>
        <p:txBody>
          <a:bodyPr wrap="square" tIns="57600">
            <a:noAutofit/>
          </a:bodyPr>
          <a:lstStyle>
            <a:lvl1pPr marL="0" indent="0">
              <a:lnSpc>
                <a:spcPct val="93000"/>
              </a:lnSpc>
              <a:buNone/>
              <a:defRPr sz="6000" b="1">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Slide Number">
            <a:extLst>
              <a:ext uri="{FF2B5EF4-FFF2-40B4-BE49-F238E27FC236}">
                <a16:creationId xmlns:a16="http://schemas.microsoft.com/office/drawing/2014/main" id="{092CEA60-8CEB-C524-0818-551954823830}"/>
              </a:ext>
            </a:extLst>
          </p:cNvPr>
          <p:cNvSpPr>
            <a:spLocks noGrp="1" noRot="1" noMove="1" noResize="1" noEditPoints="1" noAdjustHandles="1" noChangeArrowheads="1" noChangeShapeType="1"/>
          </p:cNvSpPr>
          <p:nvPr>
            <p:ph type="sldNum" sz="quarter" idx="11"/>
          </p:nvPr>
        </p:nvSpPr>
        <p:spPr/>
        <p:txBody>
          <a:body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A1A1D4A1-F954-3F57-7C48-DF6DAA075B4C}"/>
              </a:ext>
            </a:extLst>
          </p:cNvPr>
          <p:cNvSpPr>
            <a:spLocks noGrp="1" noRot="1" noMove="1" noResize="1" noEditPoints="1" noAdjustHandles="1" noChangeArrowheads="1" noChangeShapeType="1"/>
          </p:cNvSpPr>
          <p:nvPr>
            <p:ph type="ftr" sz="quarter" idx="10"/>
          </p:nvPr>
        </p:nvSpPr>
        <p:spPr/>
        <p:txBody>
          <a:bodyPr/>
          <a:lstStyle/>
          <a:p>
            <a:r>
              <a:rPr lang="en-US"/>
              <a:t>Restricted | © Innomotics 2025</a:t>
            </a:r>
          </a:p>
        </p:txBody>
      </p:sp>
      <p:pic>
        <p:nvPicPr>
          <p:cNvPr id="5" name="INNOMOTICS Logo" descr="INNOMOTICS logo">
            <a:extLst>
              <a:ext uri="{FF2B5EF4-FFF2-40B4-BE49-F238E27FC236}">
                <a16:creationId xmlns:a16="http://schemas.microsoft.com/office/drawing/2014/main" id="{CB3C0B75-3D54-3808-DD61-DE7C976A4825}"/>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3479542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08191F"/>
          </p15:clr>
        </p15:guide>
        <p15:guide id="16" orient="horz" pos="1800">
          <p15:clr>
            <a:srgbClr val="08191F"/>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graphic split">
    <p:bg>
      <p:bgRef idx="1001">
        <a:schemeClr val="bg2"/>
      </p:bgRef>
    </p:bg>
    <p:spTree>
      <p:nvGrpSpPr>
        <p:cNvPr id="1" name=""/>
        <p:cNvGrpSpPr/>
        <p:nvPr/>
      </p:nvGrpSpPr>
      <p:grpSpPr>
        <a:xfrm>
          <a:off x="0" y="0"/>
          <a:ext cx="0" cy="0"/>
          <a:chOff x="0" y="0"/>
          <a:chExt cx="0" cy="0"/>
        </a:xfrm>
      </p:grpSpPr>
      <p:sp>
        <p:nvSpPr>
          <p:cNvPr id="8" name="Background">
            <a:extLst>
              <a:ext uri="{FF2B5EF4-FFF2-40B4-BE49-F238E27FC236}">
                <a16:creationId xmlns:a16="http://schemas.microsoft.com/office/drawing/2014/main" id="{358ADDB2-D9AA-DE90-6A32-4D067F1A943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ltGray">
          <a:xfrm>
            <a:off x="9152000" y="0"/>
            <a:ext cx="3040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US" sz="1600"/>
          </a:p>
        </p:txBody>
      </p:sp>
      <p:sp>
        <p:nvSpPr>
          <p:cNvPr id="2" name="Title">
            <a:extLst>
              <a:ext uri="{FF2B5EF4-FFF2-40B4-BE49-F238E27FC236}">
                <a16:creationId xmlns:a16="http://schemas.microsoft.com/office/drawing/2014/main" id="{3F603AD2-4EFD-707B-7A91-76B44547F6A6}"/>
              </a:ext>
            </a:extLst>
          </p:cNvPr>
          <p:cNvSpPr>
            <a:spLocks noGrp="1"/>
          </p:cNvSpPr>
          <p:nvPr>
            <p:ph type="title" hasCustomPrompt="1"/>
          </p:nvPr>
        </p:nvSpPr>
        <p:spPr>
          <a:xfrm>
            <a:off x="9144000" y="576262"/>
            <a:ext cx="2476500" cy="1476000"/>
          </a:xfrm>
        </p:spPr>
        <p:txBody>
          <a:bodyPr wrap="none" bIns="0" anchor="b" anchorCtr="0"/>
          <a:lstStyle>
            <a:lvl1pPr algn="r">
              <a:lnSpc>
                <a:spcPct val="85000"/>
              </a:lnSpc>
              <a:defRPr sz="12800" spc="0" baseline="0">
                <a:solidFill>
                  <a:schemeClr val="bg2"/>
                </a:solidFill>
              </a:defRPr>
            </a:lvl1pPr>
          </a:lstStyle>
          <a:p>
            <a:r>
              <a:rPr lang="en-US"/>
              <a:t>No</a:t>
            </a:r>
          </a:p>
        </p:txBody>
      </p:sp>
      <p:sp>
        <p:nvSpPr>
          <p:cNvPr id="3" name="Text">
            <a:extLst>
              <a:ext uri="{FF2B5EF4-FFF2-40B4-BE49-F238E27FC236}">
                <a16:creationId xmlns:a16="http://schemas.microsoft.com/office/drawing/2014/main" id="{E2E3FE66-5DD9-65BA-9709-6F10C04C38F6}"/>
              </a:ext>
            </a:extLst>
          </p:cNvPr>
          <p:cNvSpPr>
            <a:spLocks noGrp="1"/>
          </p:cNvSpPr>
          <p:nvPr>
            <p:ph type="body" idx="1"/>
          </p:nvPr>
        </p:nvSpPr>
        <p:spPr bwMode="black">
          <a:xfrm>
            <a:off x="571500" y="1029600"/>
            <a:ext cx="7556500" cy="4685400"/>
          </a:xfrm>
        </p:spPr>
        <p:txBody>
          <a:bodyPr wrap="square">
            <a:noAutofit/>
          </a:bodyPr>
          <a:lstStyle>
            <a:lvl1pPr marL="0" indent="0">
              <a:lnSpc>
                <a:spcPct val="93000"/>
              </a:lnSpc>
              <a:buNone/>
              <a:defRPr sz="60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Slide Number">
            <a:extLst>
              <a:ext uri="{FF2B5EF4-FFF2-40B4-BE49-F238E27FC236}">
                <a16:creationId xmlns:a16="http://schemas.microsoft.com/office/drawing/2014/main" id="{54637F02-DCC0-D5FF-2820-B159782CB340}"/>
              </a:ext>
            </a:extLst>
          </p:cNvPr>
          <p:cNvSpPr>
            <a:spLocks noGrp="1" noRot="1" noMove="1" noResize="1" noEditPoints="1" noAdjustHandles="1" noChangeArrowheads="1" noChangeShapeType="1"/>
          </p:cNvSpPr>
          <p:nvPr>
            <p:ph type="sldNum" sz="quarter" idx="11"/>
          </p:nvPr>
        </p:nvSpPr>
        <p:spPr/>
        <p:txBody>
          <a:bodyPr/>
          <a:lstStyle>
            <a:lvl1pPr>
              <a:defRPr>
                <a:solidFill>
                  <a:schemeClr val="tx1"/>
                </a:solidFill>
              </a:defRPr>
            </a:lvl1pPr>
          </a:lstStyle>
          <a:p>
            <a:fld id="{3AAD6F96-D980-42CA-8BF9-DAD285AFBC3D}" type="slidenum">
              <a:rPr lang="en-US" smtClean="0"/>
              <a:t>‹#›</a:t>
            </a:fld>
            <a:endParaRPr lang="en-US"/>
          </a:p>
        </p:txBody>
      </p:sp>
      <p:sp>
        <p:nvSpPr>
          <p:cNvPr id="9" name="Footer">
            <a:extLst>
              <a:ext uri="{FF2B5EF4-FFF2-40B4-BE49-F238E27FC236}">
                <a16:creationId xmlns:a16="http://schemas.microsoft.com/office/drawing/2014/main" id="{83CD0D0C-BB9E-32E9-5531-37F08FC692AD}"/>
              </a:ext>
            </a:extLst>
          </p:cNvPr>
          <p:cNvSpPr>
            <a:spLocks noGrp="1" noRot="1" noMove="1" noResize="1" noEditPoints="1" noAdjustHandles="1" noChangeArrowheads="1" noChangeShapeType="1"/>
          </p:cNvSpPr>
          <p:nvPr>
            <p:ph type="ftr" sz="quarter" idx="10"/>
          </p:nvPr>
        </p:nvSpPr>
        <p:spPr/>
        <p:txBody>
          <a:bodyPr/>
          <a:lstStyle>
            <a:lvl1pPr>
              <a:defRPr>
                <a:solidFill>
                  <a:schemeClr val="tx1"/>
                </a:solidFill>
              </a:defRPr>
            </a:lvl1pPr>
          </a:lstStyle>
          <a:p>
            <a:r>
              <a:rPr lang="en-US"/>
              <a:t>Restricted | © Innomotics 2025</a:t>
            </a:r>
          </a:p>
        </p:txBody>
      </p:sp>
      <p:pic>
        <p:nvPicPr>
          <p:cNvPr id="5" name="INNOMOTICS Logo" descr="INNOMOTICS logo">
            <a:extLst>
              <a:ext uri="{FF2B5EF4-FFF2-40B4-BE49-F238E27FC236}">
                <a16:creationId xmlns:a16="http://schemas.microsoft.com/office/drawing/2014/main" id="{460D2DA8-DB4C-9C75-CAF5-C64785F8DA76}"/>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32394069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guide id="23" pos="6120">
          <p15:clr>
            <a:srgbClr val="08191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duct content">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F603AD2-4EFD-707B-7A91-76B44547F6A6}"/>
              </a:ext>
            </a:extLst>
          </p:cNvPr>
          <p:cNvSpPr>
            <a:spLocks noGrp="1"/>
          </p:cNvSpPr>
          <p:nvPr>
            <p:ph type="title"/>
          </p:nvPr>
        </p:nvSpPr>
        <p:spPr>
          <a:xfrm>
            <a:off x="571500" y="457200"/>
            <a:ext cx="5524500" cy="2556000"/>
          </a:xfrm>
        </p:spPr>
        <p:txBody>
          <a:bodyPr wrap="square" anchor="b" anchorCtr="0">
            <a:noAutofit/>
          </a:bodyPr>
          <a:lstStyle>
            <a:lvl1pPr algn="l">
              <a:lnSpc>
                <a:spcPct val="93000"/>
              </a:lnSpc>
              <a:defRPr sz="6000">
                <a:solidFill>
                  <a:schemeClr val="tx2"/>
                </a:solidFill>
              </a:defRPr>
            </a:lvl1pPr>
          </a:lstStyle>
          <a:p>
            <a:r>
              <a:rPr lang="en-US"/>
              <a:t>Click to edit Master title style</a:t>
            </a:r>
          </a:p>
        </p:txBody>
      </p:sp>
      <p:sp>
        <p:nvSpPr>
          <p:cNvPr id="10" name="Text">
            <a:extLst>
              <a:ext uri="{FF2B5EF4-FFF2-40B4-BE49-F238E27FC236}">
                <a16:creationId xmlns:a16="http://schemas.microsoft.com/office/drawing/2014/main" id="{E901C57D-EBF2-2213-25EB-7C5BD7547216}"/>
              </a:ext>
            </a:extLst>
          </p:cNvPr>
          <p:cNvSpPr>
            <a:spLocks noGrp="1"/>
          </p:cNvSpPr>
          <p:nvPr>
            <p:ph type="body" sz="quarter" idx="13"/>
          </p:nvPr>
        </p:nvSpPr>
        <p:spPr bwMode="black">
          <a:xfrm>
            <a:off x="571500" y="3013200"/>
            <a:ext cx="5524500" cy="2700000"/>
          </a:xfrm>
        </p:spPr>
        <p:txBody>
          <a:bodyPr tIns="360000">
            <a:noAutofit/>
          </a:bodyPr>
          <a:lstStyle>
            <a:lvl1pPr>
              <a:defRPr sz="1800">
                <a:solidFill>
                  <a:schemeClr val="tx1"/>
                </a:solidFill>
              </a:defRPr>
            </a:lvl1pPr>
            <a:lvl2pPr marL="324000" indent="-324000">
              <a:buFontTx/>
              <a:buBlip>
                <a:blip>
                  <a:extLst>
                    <a:ext uri="{96DAC541-7B7A-43D3-8B79-37D633B846F1}">
                      <asvg:svgBlip xmlns:asvg="http://schemas.microsoft.com/office/drawing/2016/SVG/main" r:embed="rId2"/>
                    </a:ext>
                  </a:extLst>
                </a:blip>
              </a:buBlip>
              <a:defRPr sz="1800">
                <a:solidFill>
                  <a:schemeClr val="tx1"/>
                </a:solidFill>
              </a:defRPr>
            </a:lvl2pPr>
            <a:lvl3pPr marL="324000" indent="0">
              <a:buFont typeface="Arial" panose="020B0604020202020204" pitchFamily="34" charset="0"/>
              <a:buNone/>
              <a:defRPr sz="1800" b="0">
                <a:solidFill>
                  <a:schemeClr val="tx1"/>
                </a:solidFill>
              </a:defRPr>
            </a:lvl3pPr>
            <a:lvl4pPr marL="648000" indent="-324000">
              <a:buFontTx/>
              <a:buBlip>
                <a:blip>
                  <a:extLst>
                    <a:ext uri="{96DAC541-7B7A-43D3-8B79-37D633B846F1}">
                      <asvg:svgBlip xmlns:asvg="http://schemas.microsoft.com/office/drawing/2016/SVG/main" r:embed="rId2"/>
                    </a:ext>
                  </a:extLst>
                </a:blip>
              </a:buBlip>
              <a:defRPr sz="1800">
                <a:solidFill>
                  <a:schemeClr val="tx1"/>
                </a:solidFill>
              </a:defRPr>
            </a:lvl4pPr>
            <a:lvl5pPr marL="648000" indent="0">
              <a:buFont typeface="Arial" panose="020B0604020202020204" pitchFamily="34" charset="0"/>
              <a:buNone/>
              <a:defRPr sz="1800" b="0">
                <a:solidFill>
                  <a:schemeClr val="tx1"/>
                </a:solidFill>
              </a:defRPr>
            </a:lvl5pPr>
            <a:lvl6pPr marL="972000" indent="-324000">
              <a:buFontTx/>
              <a:buBlip>
                <a:blip>
                  <a:extLst>
                    <a:ext uri="{96DAC541-7B7A-43D3-8B79-37D633B846F1}">
                      <asvg:svgBlip xmlns:asvg="http://schemas.microsoft.com/office/drawing/2016/SVG/main" r:embed="rId2"/>
                    </a:ext>
                  </a:extLst>
                </a:blip>
              </a:buBlip>
              <a:defRPr sz="1800">
                <a:solidFill>
                  <a:schemeClr val="tx1"/>
                </a:solidFill>
              </a:defRPr>
            </a:lvl6pPr>
            <a:lvl7pPr marL="972000" indent="0">
              <a:buFont typeface="Arial" panose="020B0604020202020204" pitchFamily="34" charset="0"/>
              <a:buNone/>
              <a:defRPr sz="1800" b="0">
                <a:solidFill>
                  <a:schemeClr val="tx1"/>
                </a:solidFill>
              </a:defRPr>
            </a:lvl7pPr>
            <a:lvl8pPr marL="1296000" indent="-324000">
              <a:buFontTx/>
              <a:buBlip>
                <a:blip>
                  <a:extLst>
                    <a:ext uri="{96DAC541-7B7A-43D3-8B79-37D633B846F1}">
                      <asvg:svgBlip xmlns:asvg="http://schemas.microsoft.com/office/drawing/2016/SVG/main" r:embed="rId2"/>
                    </a:ext>
                  </a:extLst>
                </a:blip>
              </a:buBlip>
              <a:defRPr sz="1800">
                <a:solidFill>
                  <a:schemeClr val="tx1"/>
                </a:solidFill>
              </a:defRPr>
            </a:lvl8pPr>
            <a:lvl9pPr marL="1296000" indent="0">
              <a:buFont typeface="Arial" panose="020B0604020202020204" pitchFamily="34" charset="0"/>
              <a:buNone/>
              <a:defRPr sz="1800" b="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a:extLst>
              <a:ext uri="{FF2B5EF4-FFF2-40B4-BE49-F238E27FC236}">
                <a16:creationId xmlns:a16="http://schemas.microsoft.com/office/drawing/2014/main" id="{7E454802-2D5A-A0E2-7BBB-A392F3767BC7}"/>
              </a:ext>
            </a:extLst>
          </p:cNvPr>
          <p:cNvSpPr>
            <a:spLocks noGrp="1"/>
          </p:cNvSpPr>
          <p:nvPr>
            <p:ph type="body" sz="quarter" idx="14"/>
          </p:nvPr>
        </p:nvSpPr>
        <p:spPr bwMode="black">
          <a:xfrm>
            <a:off x="7111999" y="1080000"/>
            <a:ext cx="4508501" cy="4636800"/>
          </a:xfrm>
        </p:spPr>
        <p:txBody>
          <a:bodyPr lIns="0">
            <a:noAutofit/>
          </a:bodyPr>
          <a:lstStyle>
            <a:lvl1pPr>
              <a:defRPr>
                <a:solidFill>
                  <a:schemeClr val="tx1"/>
                </a:solidFill>
              </a:defRPr>
            </a:lvl1pPr>
            <a:lvl2pPr marL="324000" indent="-324000">
              <a:buFontTx/>
              <a:buBlip>
                <a:blip>
                  <a:extLst>
                    <a:ext uri="{96DAC541-7B7A-43D3-8B79-37D633B846F1}">
                      <asvg:svgBlip xmlns:asvg="http://schemas.microsoft.com/office/drawing/2016/SVG/main" r:embed="rId2"/>
                    </a:ext>
                  </a:extLst>
                </a:blip>
              </a:buBlip>
              <a:defRPr>
                <a:solidFill>
                  <a:schemeClr val="tx1"/>
                </a:solidFill>
              </a:defRPr>
            </a:lvl2pPr>
            <a:lvl3pPr marL="324000" indent="0">
              <a:buFont typeface="Arial" panose="020B0604020202020204" pitchFamily="34" charset="0"/>
              <a:buNone/>
              <a:defRPr b="1">
                <a:solidFill>
                  <a:schemeClr val="tx1"/>
                </a:solidFill>
              </a:defRPr>
            </a:lvl3pPr>
            <a:lvl4pPr marL="648000" indent="-324000">
              <a:buFontTx/>
              <a:buBlip>
                <a:blip>
                  <a:extLst>
                    <a:ext uri="{96DAC541-7B7A-43D3-8B79-37D633B846F1}">
                      <asvg:svgBlip xmlns:asvg="http://schemas.microsoft.com/office/drawing/2016/SVG/main" r:embed="rId2"/>
                    </a:ext>
                  </a:extLst>
                </a:blip>
              </a:buBlip>
              <a:defRPr>
                <a:solidFill>
                  <a:schemeClr val="tx1"/>
                </a:solidFill>
              </a:defRPr>
            </a:lvl4pPr>
            <a:lvl5pPr marL="648000" indent="0">
              <a:buFont typeface="Arial" panose="020B0604020202020204" pitchFamily="34" charset="0"/>
              <a:buNone/>
              <a:defRPr b="1">
                <a:solidFill>
                  <a:schemeClr val="tx1"/>
                </a:solidFill>
              </a:defRPr>
            </a:lvl5pPr>
            <a:lvl6pPr marL="324000" indent="-324000">
              <a:buFontTx/>
              <a:buBlip>
                <a:blip>
                  <a:extLst>
                    <a:ext uri="{96DAC541-7B7A-43D3-8B79-37D633B846F1}">
                      <asvg:svgBlip xmlns:asvg="http://schemas.microsoft.com/office/drawing/2016/SVG/main" r:embed="rId2"/>
                    </a:ext>
                  </a:extLst>
                </a:blip>
              </a:buBlip>
              <a:defRPr/>
            </a:lvl6pPr>
            <a:lvl7pPr marL="324000" indent="0">
              <a:buFont typeface="Arial" panose="020B0604020202020204" pitchFamily="34" charset="0"/>
              <a:buNone/>
              <a:defRPr b="1"/>
            </a:lvl7pPr>
            <a:lvl8pPr marL="648000" indent="-324000">
              <a:buFontTx/>
              <a:buBlip>
                <a:blip>
                  <a:extLst>
                    <a:ext uri="{96DAC541-7B7A-43D3-8B79-37D633B846F1}">
                      <asvg:svgBlip xmlns:asvg="http://schemas.microsoft.com/office/drawing/2016/SVG/main" r:embed="rId2"/>
                    </a:ext>
                  </a:extLst>
                </a:blip>
              </a:buBlip>
              <a:defRPr/>
            </a:lvl8pPr>
            <a:lvl9pPr marL="648000" indent="0">
              <a:buFont typeface="Arial" panose="020B0604020202020204" pitchFamily="34" charset="0"/>
              <a:buNone/>
              <a:defRPr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a:extLst>
              <a:ext uri="{FF2B5EF4-FFF2-40B4-BE49-F238E27FC236}">
                <a16:creationId xmlns:a16="http://schemas.microsoft.com/office/drawing/2014/main" id="{86C25647-0631-841A-3B26-91A803761E2D}"/>
              </a:ext>
            </a:extLst>
          </p:cNvPr>
          <p:cNvSpPr>
            <a:spLocks noGrp="1" noRot="1" noMove="1" noResize="1" noEditPoints="1" noAdjustHandles="1" noChangeArrowheads="1" noChangeShapeType="1"/>
          </p:cNvSpPr>
          <p:nvPr>
            <p:ph type="sldNum" sz="quarter" idx="16"/>
          </p:nvPr>
        </p:nvSpPr>
        <p:spPr/>
        <p:txBody>
          <a:bodyPr/>
          <a:lstStyle>
            <a:lvl1pPr>
              <a:defRPr>
                <a:solidFill>
                  <a:schemeClr val="tx1"/>
                </a:solidFill>
              </a:defRPr>
            </a:lvl1pPr>
          </a:lstStyle>
          <a:p>
            <a:fld id="{3AAD6F96-D980-42CA-8BF9-DAD285AFBC3D}" type="slidenum">
              <a:rPr lang="en-US" smtClean="0"/>
              <a:t>‹#›</a:t>
            </a:fld>
            <a:endParaRPr lang="en-US"/>
          </a:p>
        </p:txBody>
      </p:sp>
      <p:sp>
        <p:nvSpPr>
          <p:cNvPr id="9" name="Footer">
            <a:extLst>
              <a:ext uri="{FF2B5EF4-FFF2-40B4-BE49-F238E27FC236}">
                <a16:creationId xmlns:a16="http://schemas.microsoft.com/office/drawing/2014/main" id="{F8A476BA-39C6-C0AC-44F7-41CCD3EF64E1}"/>
              </a:ext>
            </a:extLst>
          </p:cNvPr>
          <p:cNvSpPr>
            <a:spLocks noGrp="1" noRot="1" noMove="1" noResize="1" noEditPoints="1" noAdjustHandles="1" noChangeArrowheads="1" noChangeShapeType="1"/>
          </p:cNvSpPr>
          <p:nvPr>
            <p:ph type="ftr" sz="quarter" idx="15"/>
          </p:nvPr>
        </p:nvSpPr>
        <p:spPr/>
        <p:txBody>
          <a:bodyPr/>
          <a:lstStyle>
            <a:lvl1pPr>
              <a:defRPr>
                <a:solidFill>
                  <a:schemeClr val="tx1"/>
                </a:solidFill>
              </a:defRPr>
            </a:lvl1pPr>
          </a:lstStyle>
          <a:p>
            <a:r>
              <a:rPr lang="en-US"/>
              <a:t>Restricted | © Innomotics 2025</a:t>
            </a:r>
          </a:p>
        </p:txBody>
      </p:sp>
      <p:pic>
        <p:nvPicPr>
          <p:cNvPr id="3" name="INNOMOTICS Logo">
            <a:extLst>
              <a:ext uri="{FF2B5EF4-FFF2-40B4-BE49-F238E27FC236}">
                <a16:creationId xmlns:a16="http://schemas.microsoft.com/office/drawing/2014/main" id="{5E53325C-6024-BC9E-41AE-5844479A38C6}"/>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rcRect/>
          <a:stretch/>
        </p:blipFill>
        <p:spPr>
          <a:xfrm>
            <a:off x="10604500" y="6245106"/>
            <a:ext cx="1016000" cy="220472"/>
          </a:xfrm>
          <a:prstGeom prst="rect">
            <a:avLst/>
          </a:prstGeom>
        </p:spPr>
      </p:pic>
    </p:spTree>
    <p:extLst>
      <p:ext uri="{BB962C8B-B14F-4D97-AF65-F5344CB8AC3E}">
        <p14:creationId xmlns:p14="http://schemas.microsoft.com/office/powerpoint/2010/main" val="19975306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E1F000"/>
          </p15:clr>
        </p15:guide>
        <p15:guide id="7" pos="4480">
          <p15:clr>
            <a:srgbClr val="E1F000"/>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E1F000"/>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bold, content with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B7BF466-15E3-2155-DEC9-C88110A19C80}"/>
              </a:ext>
            </a:extLst>
          </p:cNvPr>
          <p:cNvSpPr>
            <a:spLocks noGrp="1"/>
          </p:cNvSpPr>
          <p:nvPr>
            <p:ph type="title"/>
          </p:nvPr>
        </p:nvSpPr>
        <p:spPr>
          <a:xfrm>
            <a:off x="571500" y="489600"/>
            <a:ext cx="6096000" cy="1224000"/>
          </a:xfrm>
        </p:spPr>
        <p:txBody>
          <a:bodyPr/>
          <a:lstStyle>
            <a:lvl1pPr>
              <a:lnSpc>
                <a:spcPct val="93000"/>
              </a:lnSpc>
              <a:defRPr sz="3600"/>
            </a:lvl1pPr>
          </a:lstStyle>
          <a:p>
            <a:r>
              <a:rPr lang="en-US"/>
              <a:t>Click to edit Master title style</a:t>
            </a:r>
          </a:p>
        </p:txBody>
      </p:sp>
      <p:sp>
        <p:nvSpPr>
          <p:cNvPr id="11" name="Content">
            <a:extLst>
              <a:ext uri="{FF2B5EF4-FFF2-40B4-BE49-F238E27FC236}">
                <a16:creationId xmlns:a16="http://schemas.microsoft.com/office/drawing/2014/main" id="{A9105330-A92B-B488-D2DD-FAC8585118A4}"/>
              </a:ext>
            </a:extLst>
          </p:cNvPr>
          <p:cNvSpPr>
            <a:spLocks noGrp="1"/>
          </p:cNvSpPr>
          <p:nvPr>
            <p:ph sz="quarter" idx="14"/>
          </p:nvPr>
        </p:nvSpPr>
        <p:spPr>
          <a:xfrm>
            <a:off x="571500" y="2059200"/>
            <a:ext cx="6094800" cy="3655800"/>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7112000" y="0"/>
            <a:ext cx="5080000" cy="6857999"/>
          </a:xfrm>
          <a:solidFill>
            <a:schemeClr val="accent3"/>
          </a:solidFill>
        </p:spPr>
        <p:txBody>
          <a:bodyPr lIns="572400" tIns="529200" rIns="0"/>
          <a:lstStyle>
            <a:lvl1pPr>
              <a:defRPr>
                <a:solidFill>
                  <a:schemeClr val="tx2"/>
                </a:solidFill>
              </a:defRPr>
            </a:lvl1pPr>
          </a:lstStyle>
          <a:p>
            <a:r>
              <a:rPr lang="en-US"/>
              <a:t>Please insert image here</a:t>
            </a:r>
          </a:p>
        </p:txBody>
      </p:sp>
      <p:sp>
        <p:nvSpPr>
          <p:cNvPr id="8" name="Slide Number">
            <a:extLst>
              <a:ext uri="{FF2B5EF4-FFF2-40B4-BE49-F238E27FC236}">
                <a16:creationId xmlns:a16="http://schemas.microsoft.com/office/drawing/2014/main" id="{B0F4D0D5-43AF-3D08-2EF6-AB5DE4CB23BB}"/>
              </a:ext>
            </a:extLst>
          </p:cNvPr>
          <p:cNvSpPr>
            <a:spLocks noGrp="1" noRot="1" noMove="1" noResize="1" noEditPoints="1" noAdjustHandles="1" noChangeArrowheads="1" noChangeShapeType="1"/>
          </p:cNvSpPr>
          <p:nvPr>
            <p:ph type="sldNum" sz="quarter" idx="16"/>
          </p:nvPr>
        </p:nvSpPr>
        <p:spPr/>
        <p:txBody>
          <a:body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806B0F86-3B1D-F49C-7824-E8A27ABD6EED}"/>
              </a:ext>
            </a:extLst>
          </p:cNvPr>
          <p:cNvSpPr>
            <a:spLocks noGrp="1" noRot="1" noMove="1" noResize="1" noEditPoints="1" noAdjustHandles="1" noChangeArrowheads="1" noChangeShapeType="1"/>
          </p:cNvSpPr>
          <p:nvPr>
            <p:ph type="ftr" sz="quarter" idx="15"/>
          </p:nvPr>
        </p:nvSpPr>
        <p:spPr>
          <a:xfrm>
            <a:off x="1018800" y="6285600"/>
            <a:ext cx="5648700" cy="180000"/>
          </a:xfrm>
        </p:spPr>
        <p:txBody>
          <a:bodyPr/>
          <a:lstStyle/>
          <a:p>
            <a:r>
              <a:rPr lang="en-US"/>
              <a:t>Restricted | © Innomotics 2025</a:t>
            </a:r>
          </a:p>
        </p:txBody>
      </p:sp>
      <p:sp>
        <p:nvSpPr>
          <p:cNvPr id="4" name="INNOMOTICS Logo" descr="INNOMOTICS logo">
            <a:extLst>
              <a:ext uri="{FF2B5EF4-FFF2-40B4-BE49-F238E27FC236}">
                <a16:creationId xmlns:a16="http://schemas.microsoft.com/office/drawing/2014/main" id="{83854A2B-C569-2595-21B6-F29F57BA92EC}"/>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605300" y="6246000"/>
            <a:ext cx="1015200" cy="2196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p>
        </p:txBody>
      </p:sp>
    </p:spTree>
    <p:extLst>
      <p:ext uri="{BB962C8B-B14F-4D97-AF65-F5344CB8AC3E}">
        <p14:creationId xmlns:p14="http://schemas.microsoft.com/office/powerpoint/2010/main" val="3225055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guide id="23" pos="4200">
          <p15:clr>
            <a:srgbClr val="08191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imag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49DBFED-FB33-87A3-BF56-FB31FD2FE82C}"/>
              </a:ext>
            </a:extLst>
          </p:cNvPr>
          <p:cNvSpPr>
            <a:spLocks noGrp="1"/>
          </p:cNvSpPr>
          <p:nvPr>
            <p:ph type="title"/>
          </p:nvPr>
        </p:nvSpPr>
        <p:spPr>
          <a:xfrm>
            <a:off x="571500" y="504000"/>
            <a:ext cx="6096000" cy="640800"/>
          </a:xfrm>
        </p:spPr>
        <p:txBody>
          <a:bodyPr/>
          <a:lstStyle/>
          <a:p>
            <a:r>
              <a:rPr lang="en-US"/>
              <a:t>Click to edit Master title style</a:t>
            </a:r>
          </a:p>
        </p:txBody>
      </p:sp>
      <p:sp>
        <p:nvSpPr>
          <p:cNvPr id="11" name="Content">
            <a:extLst>
              <a:ext uri="{FF2B5EF4-FFF2-40B4-BE49-F238E27FC236}">
                <a16:creationId xmlns:a16="http://schemas.microsoft.com/office/drawing/2014/main" id="{A9105330-A92B-B488-D2DD-FAC8585118A4}"/>
              </a:ext>
            </a:extLst>
          </p:cNvPr>
          <p:cNvSpPr>
            <a:spLocks noGrp="1"/>
          </p:cNvSpPr>
          <p:nvPr>
            <p:ph sz="quarter" idx="14"/>
          </p:nvPr>
        </p:nvSpPr>
        <p:spPr>
          <a:xfrm>
            <a:off x="571500" y="1638000"/>
            <a:ext cx="6094800" cy="4078800"/>
          </a:xfrm>
        </p:spPr>
        <p:txBody>
          <a:bodyPr t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a:extLst>
              <a:ext uri="{FF2B5EF4-FFF2-40B4-BE49-F238E27FC236}">
                <a16:creationId xmlns:a16="http://schemas.microsoft.com/office/drawing/2014/main" id="{B0F4D0D5-43AF-3D08-2EF6-AB5DE4CB23BB}"/>
              </a:ext>
            </a:extLst>
          </p:cNvPr>
          <p:cNvSpPr>
            <a:spLocks noGrp="1" noRot="1" noMove="1" noResize="1" noEditPoints="1" noAdjustHandles="1" noChangeArrowheads="1" noChangeShapeType="1"/>
          </p:cNvSpPr>
          <p:nvPr>
            <p:ph type="sldNum" sz="quarter" idx="16"/>
          </p:nvPr>
        </p:nvSpPr>
        <p:spPr/>
        <p:txBody>
          <a:body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806B0F86-3B1D-F49C-7824-E8A27ABD6EED}"/>
              </a:ext>
            </a:extLst>
          </p:cNvPr>
          <p:cNvSpPr>
            <a:spLocks noGrp="1" noRot="1" noMove="1" noResize="1" noEditPoints="1" noAdjustHandles="1" noChangeArrowheads="1" noChangeShapeType="1"/>
          </p:cNvSpPr>
          <p:nvPr>
            <p:ph type="ftr" sz="quarter" idx="15"/>
          </p:nvPr>
        </p:nvSpPr>
        <p:spPr>
          <a:xfrm>
            <a:off x="1018800" y="6285600"/>
            <a:ext cx="5648700" cy="180000"/>
          </a:xfrm>
        </p:spPr>
        <p:txBody>
          <a:bodyPr/>
          <a:lstStyle/>
          <a:p>
            <a:r>
              <a:rPr lang="en-US"/>
              <a:t>Restricted | © Innomotics 2025</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7112000" y="0"/>
            <a:ext cx="5080000" cy="6857999"/>
          </a:xfrm>
          <a:solidFill>
            <a:schemeClr val="accent3"/>
          </a:solidFill>
        </p:spPr>
        <p:txBody>
          <a:bodyPr lIns="572400" tIns="529200" rIns="0"/>
          <a:lstStyle>
            <a:lvl1pPr>
              <a:defRPr>
                <a:solidFill>
                  <a:schemeClr val="tx2"/>
                </a:solidFill>
              </a:defRPr>
            </a:lvl1pPr>
          </a:lstStyle>
          <a:p>
            <a:r>
              <a:rPr lang="en-US"/>
              <a:t>Please insert image here</a:t>
            </a:r>
          </a:p>
        </p:txBody>
      </p:sp>
      <p:sp>
        <p:nvSpPr>
          <p:cNvPr id="2" name="INNOMOTICS Logo" descr="INNOMOTICS logo">
            <a:extLst>
              <a:ext uri="{FF2B5EF4-FFF2-40B4-BE49-F238E27FC236}">
                <a16:creationId xmlns:a16="http://schemas.microsoft.com/office/drawing/2014/main" id="{2A6DC4B6-D9B1-8019-E561-74EF797468D9}"/>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605300" y="6246000"/>
            <a:ext cx="1015200" cy="2196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p>
        </p:txBody>
      </p:sp>
    </p:spTree>
    <p:extLst>
      <p:ext uri="{BB962C8B-B14F-4D97-AF65-F5344CB8AC3E}">
        <p14:creationId xmlns:p14="http://schemas.microsoft.com/office/powerpoint/2010/main" val="4423442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guide id="23" pos="4200">
          <p15:clr>
            <a:srgbClr val="08191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three image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B7BF466-15E3-2155-DEC9-C88110A19C80}"/>
              </a:ext>
            </a:extLst>
          </p:cNvPr>
          <p:cNvSpPr>
            <a:spLocks noGrp="1"/>
          </p:cNvSpPr>
          <p:nvPr>
            <p:ph type="title"/>
          </p:nvPr>
        </p:nvSpPr>
        <p:spPr>
          <a:xfrm>
            <a:off x="571500" y="572400"/>
            <a:ext cx="5080000" cy="2444400"/>
          </a:xfrm>
        </p:spPr>
        <p:txBody>
          <a:bodyPr wrap="square" anchor="b" anchorCtr="0">
            <a:noAutofit/>
          </a:bodyPr>
          <a:lstStyle>
            <a:lvl1pPr>
              <a:lnSpc>
                <a:spcPct val="93000"/>
              </a:lnSpc>
              <a:defRPr sz="6000"/>
            </a:lvl1pPr>
          </a:lstStyle>
          <a:p>
            <a:r>
              <a:rPr lang="en-US"/>
              <a:t>Click to edit Master title style</a:t>
            </a:r>
          </a:p>
        </p:txBody>
      </p:sp>
      <p:sp>
        <p:nvSpPr>
          <p:cNvPr id="3" name="Content">
            <a:extLst>
              <a:ext uri="{FF2B5EF4-FFF2-40B4-BE49-F238E27FC236}">
                <a16:creationId xmlns:a16="http://schemas.microsoft.com/office/drawing/2014/main" id="{F054ECB7-8091-438B-D643-BF0F1B5844F8}"/>
              </a:ext>
            </a:extLst>
          </p:cNvPr>
          <p:cNvSpPr>
            <a:spLocks noGrp="1"/>
          </p:cNvSpPr>
          <p:nvPr>
            <p:ph sz="half" idx="1"/>
          </p:nvPr>
        </p:nvSpPr>
        <p:spPr>
          <a:xfrm>
            <a:off x="571500" y="3016800"/>
            <a:ext cx="5080000" cy="2700000"/>
          </a:xfrm>
        </p:spPr>
        <p:txBody>
          <a:bodyPr tIns="342000"/>
          <a:lstStyle>
            <a:lvl1pPr>
              <a:defRPr sz="1800"/>
            </a:lvl1pPr>
            <a:lvl2pPr marL="324000" indent="-324000">
              <a:buFontTx/>
              <a:buBlip>
                <a:blip>
                  <a:extLst>
                    <a:ext uri="{96DAC541-7B7A-43D3-8B79-37D633B846F1}">
                      <asvg:svgBlip xmlns:asvg="http://schemas.microsoft.com/office/drawing/2016/SVG/main" r:embed="rId2"/>
                    </a:ext>
                  </a:extLst>
                </a:blip>
              </a:buBlip>
              <a:defRPr sz="1800"/>
            </a:lvl2pPr>
            <a:lvl3pPr marL="324000" indent="0">
              <a:buFont typeface="Arial" panose="020B0604020202020204" pitchFamily="34" charset="0"/>
              <a:buNone/>
              <a:defRPr sz="1800" b="1"/>
            </a:lvl3pPr>
            <a:lvl4pPr marL="648000" indent="-324000">
              <a:buFontTx/>
              <a:buBlip>
                <a:blip>
                  <a:extLst>
                    <a:ext uri="{96DAC541-7B7A-43D3-8B79-37D633B846F1}">
                      <asvg:svgBlip xmlns:asvg="http://schemas.microsoft.com/office/drawing/2016/SVG/main" r:embed="rId2"/>
                    </a:ext>
                  </a:extLst>
                </a:blip>
              </a:buBlip>
              <a:defRPr sz="1800"/>
            </a:lvl4pPr>
            <a:lvl5pPr marL="648000" indent="0">
              <a:buFont typeface="Arial" panose="020B0604020202020204" pitchFamily="34" charset="0"/>
              <a:buNone/>
              <a:defRPr sz="1800" b="1"/>
            </a:lvl5pPr>
            <a:lvl6pPr marL="972000" indent="-324000">
              <a:buFontTx/>
              <a:buBlip>
                <a:blip>
                  <a:extLst>
                    <a:ext uri="{96DAC541-7B7A-43D3-8B79-37D633B846F1}">
                      <asvg:svgBlip xmlns:asvg="http://schemas.microsoft.com/office/drawing/2016/SVG/main" r:embed="rId2"/>
                    </a:ext>
                  </a:extLst>
                </a:blip>
              </a:buBlip>
              <a:defRPr sz="1800"/>
            </a:lvl6pPr>
            <a:lvl7pPr marL="972000" indent="0">
              <a:buFont typeface="Arial" panose="020B0604020202020204" pitchFamily="34" charset="0"/>
              <a:buNone/>
              <a:defRPr sz="1800" b="1"/>
            </a:lvl7pPr>
            <a:lvl8pPr marL="1296000" indent="-324000">
              <a:buFontTx/>
              <a:buBlip>
                <a:blip>
                  <a:extLst>
                    <a:ext uri="{96DAC541-7B7A-43D3-8B79-37D633B846F1}">
                      <asvg:svgBlip xmlns:asvg="http://schemas.microsoft.com/office/drawing/2016/SVG/main" r:embed="rId2"/>
                    </a:ext>
                  </a:extLst>
                </a:blip>
              </a:buBlip>
              <a:defRPr sz="1800"/>
            </a:lvl8pPr>
            <a:lvl9pPr marL="1296000" indent="0">
              <a:buFont typeface="Arial" panose="020B0604020202020204" pitchFamily="34" charset="0"/>
              <a:buNone/>
              <a:defRPr sz="1800" b="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a:extLst>
              <a:ext uri="{FF2B5EF4-FFF2-40B4-BE49-F238E27FC236}">
                <a16:creationId xmlns:a16="http://schemas.microsoft.com/office/drawing/2014/main" id="{1CE55EE0-7CDF-B3DA-DB53-88B8D07AE4AD}"/>
              </a:ext>
            </a:extLst>
          </p:cNvPr>
          <p:cNvSpPr>
            <a:spLocks noGrp="1" noRot="1" noMove="1" noResize="1" noEditPoints="1" noAdjustHandles="1" noChangeArrowheads="1" noChangeShapeType="1"/>
          </p:cNvSpPr>
          <p:nvPr>
            <p:ph type="sldNum" sz="quarter" idx="17"/>
          </p:nvPr>
        </p:nvSpPr>
        <p:spPr/>
        <p:txBody>
          <a:bodyPr/>
          <a:lstStyle/>
          <a:p>
            <a:fld id="{3AAD6F96-D980-42CA-8BF9-DAD285AFBC3D}" type="slidenum">
              <a:rPr lang="en-US" smtClean="0"/>
              <a:t>‹#›</a:t>
            </a:fld>
            <a:endParaRPr lang="en-US"/>
          </a:p>
        </p:txBody>
      </p:sp>
      <p:sp>
        <p:nvSpPr>
          <p:cNvPr id="9" name="Footer">
            <a:extLst>
              <a:ext uri="{FF2B5EF4-FFF2-40B4-BE49-F238E27FC236}">
                <a16:creationId xmlns:a16="http://schemas.microsoft.com/office/drawing/2014/main" id="{BF2A1379-7D7B-B444-2D94-69085141D918}"/>
              </a:ext>
            </a:extLst>
          </p:cNvPr>
          <p:cNvSpPr>
            <a:spLocks noGrp="1" noRot="1" noMove="1" noResize="1" noEditPoints="1" noAdjustHandles="1" noChangeArrowheads="1" noChangeShapeType="1"/>
          </p:cNvSpPr>
          <p:nvPr>
            <p:ph type="ftr" sz="quarter" idx="16"/>
          </p:nvPr>
        </p:nvSpPr>
        <p:spPr>
          <a:xfrm>
            <a:off x="1018800" y="6285600"/>
            <a:ext cx="4632700" cy="180000"/>
          </a:xfrm>
        </p:spPr>
        <p:txBody>
          <a:bodyPr/>
          <a:lstStyle/>
          <a:p>
            <a:r>
              <a:rPr lang="en-US"/>
              <a:t>Restricted | © Innomotics 2025</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6097200" y="0"/>
            <a:ext cx="6094800" cy="2286000"/>
          </a:xfrm>
          <a:solidFill>
            <a:schemeClr val="accent3"/>
          </a:solidFill>
        </p:spPr>
        <p:txBody>
          <a:bodyPr lIns="572400" tIns="529200" rIns="0"/>
          <a:lstStyle>
            <a:lvl1pPr>
              <a:defRPr>
                <a:solidFill>
                  <a:schemeClr val="tx2"/>
                </a:solidFill>
              </a:defRPr>
            </a:lvl1pPr>
          </a:lstStyle>
          <a:p>
            <a:r>
              <a:rPr lang="en-US"/>
              <a:t>Please insert image 1 here</a:t>
            </a:r>
          </a:p>
        </p:txBody>
      </p:sp>
      <p:sp>
        <p:nvSpPr>
          <p:cNvPr id="4" name="Picture">
            <a:extLst>
              <a:ext uri="{FF2B5EF4-FFF2-40B4-BE49-F238E27FC236}">
                <a16:creationId xmlns:a16="http://schemas.microsoft.com/office/drawing/2014/main" id="{A93A0660-0DFC-009B-63E9-0B4753AC856F}"/>
              </a:ext>
            </a:extLst>
          </p:cNvPr>
          <p:cNvSpPr>
            <a:spLocks noGrp="1"/>
          </p:cNvSpPr>
          <p:nvPr>
            <p:ph type="pic" sz="quarter" idx="14" hasCustomPrompt="1"/>
          </p:nvPr>
        </p:nvSpPr>
        <p:spPr bwMode="ltGray">
          <a:xfrm>
            <a:off x="6096000" y="2286000"/>
            <a:ext cx="6096000" cy="2286000"/>
          </a:xfrm>
          <a:solidFill>
            <a:schemeClr val="accent4"/>
          </a:solidFill>
        </p:spPr>
        <p:txBody>
          <a:bodyPr lIns="572400" tIns="529200" rIns="0"/>
          <a:lstStyle>
            <a:lvl1pPr>
              <a:defRPr>
                <a:solidFill>
                  <a:schemeClr val="tx2"/>
                </a:solidFill>
              </a:defRPr>
            </a:lvl1pPr>
          </a:lstStyle>
          <a:p>
            <a:r>
              <a:rPr lang="en-US"/>
              <a:t>Please insert image 2 here</a:t>
            </a:r>
          </a:p>
        </p:txBody>
      </p:sp>
      <p:sp>
        <p:nvSpPr>
          <p:cNvPr id="8" name="Picture">
            <a:extLst>
              <a:ext uri="{FF2B5EF4-FFF2-40B4-BE49-F238E27FC236}">
                <a16:creationId xmlns:a16="http://schemas.microsoft.com/office/drawing/2014/main" id="{4F2DC2CD-2BEA-86DE-24FD-F7153A0D1E75}"/>
              </a:ext>
            </a:extLst>
          </p:cNvPr>
          <p:cNvSpPr>
            <a:spLocks noGrp="1"/>
          </p:cNvSpPr>
          <p:nvPr>
            <p:ph type="pic" sz="quarter" idx="15" hasCustomPrompt="1"/>
          </p:nvPr>
        </p:nvSpPr>
        <p:spPr bwMode="ltGray">
          <a:xfrm>
            <a:off x="6097200" y="4572000"/>
            <a:ext cx="6094800" cy="2286000"/>
          </a:xfrm>
          <a:solidFill>
            <a:schemeClr val="accent3"/>
          </a:solidFill>
        </p:spPr>
        <p:txBody>
          <a:bodyPr lIns="572400" tIns="529200" rIns="0"/>
          <a:lstStyle>
            <a:lvl1pPr>
              <a:defRPr>
                <a:solidFill>
                  <a:schemeClr val="tx2"/>
                </a:solidFill>
              </a:defRPr>
            </a:lvl1pPr>
          </a:lstStyle>
          <a:p>
            <a:r>
              <a:rPr lang="en-US"/>
              <a:t>Please insert image 3 here</a:t>
            </a:r>
          </a:p>
        </p:txBody>
      </p:sp>
      <p:sp>
        <p:nvSpPr>
          <p:cNvPr id="6" name="INNOMOTICS Logo" descr="INNOMOTICS logo">
            <a:extLst>
              <a:ext uri="{FF2B5EF4-FFF2-40B4-BE49-F238E27FC236}">
                <a16:creationId xmlns:a16="http://schemas.microsoft.com/office/drawing/2014/main" id="{F3E6BFC8-FC6A-27EE-CB45-05ECC624F7F1}"/>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8" hasCustomPrompt="1"/>
          </p:nvPr>
        </p:nvSpPr>
        <p:spPr>
          <a:xfrm>
            <a:off x="10605300" y="6246000"/>
            <a:ext cx="1015200" cy="219600"/>
          </a:xfrm>
          <a:blipFill>
            <a:blip>
              <a:extLst>
                <a:ext uri="{96DAC541-7B7A-43D3-8B79-37D633B846F1}">
                  <asvg:svgBlip xmlns:asvg="http://schemas.microsoft.com/office/drawing/2016/SVG/main" r:embed="rId3"/>
                </a:ext>
              </a:extLst>
            </a:blip>
            <a:stretch>
              <a:fillRect/>
            </a:stretch>
          </a:blipFill>
        </p:spPr>
        <p:txBody>
          <a:bodyPr rIns="0"/>
          <a:lstStyle>
            <a:lvl1pPr>
              <a:defRPr sz="100">
                <a:solidFill>
                  <a:schemeClr val="bg1">
                    <a:alpha val="0"/>
                  </a:schemeClr>
                </a:solidFill>
              </a:defRPr>
            </a:lvl1pPr>
          </a:lstStyle>
          <a:p>
            <a:pPr lvl="0"/>
            <a:r>
              <a:rPr lang="en-US"/>
              <a:t>Logo</a:t>
            </a:r>
          </a:p>
        </p:txBody>
      </p:sp>
    </p:spTree>
    <p:extLst>
      <p:ext uri="{BB962C8B-B14F-4D97-AF65-F5344CB8AC3E}">
        <p14:creationId xmlns:p14="http://schemas.microsoft.com/office/powerpoint/2010/main" val="3846447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E1F000"/>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E1F000"/>
          </p15:clr>
        </p15:guide>
        <p15:guide id="20" orient="horz" pos="3240">
          <p15:clr>
            <a:srgbClr val="B4BABB"/>
          </p15:clr>
        </p15:guide>
        <p15:guide id="21" orient="horz" pos="3600">
          <p15:clr>
            <a:srgbClr val="08191F"/>
          </p15:clr>
        </p15:guide>
        <p15:guide id="23" pos="3560">
          <p15:clr>
            <a:srgbClr val="08191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hree images">
    <p:bg>
      <p:bgRef idx="1001">
        <a:schemeClr val="bg1"/>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044E232-20C0-20AC-CC81-296A902EA4A2}"/>
              </a:ext>
            </a:extLst>
          </p:cNvPr>
          <p:cNvSpPr>
            <a:spLocks noGrp="1"/>
          </p:cNvSpPr>
          <p:nvPr>
            <p:ph type="title"/>
          </p:nvPr>
        </p:nvSpPr>
        <p:spPr/>
        <p:txBody>
          <a:bodyPr/>
          <a:lstStyle/>
          <a:p>
            <a:r>
              <a:rPr lang="en-US"/>
              <a:t>Click to edit Master title style</a:t>
            </a:r>
          </a:p>
        </p:txBody>
      </p:sp>
      <p:sp>
        <p:nvSpPr>
          <p:cNvPr id="12" name="Picture">
            <a:extLst>
              <a:ext uri="{FF2B5EF4-FFF2-40B4-BE49-F238E27FC236}">
                <a16:creationId xmlns:a16="http://schemas.microsoft.com/office/drawing/2014/main" id="{DD962059-0136-FBFC-344F-57B8BCFDC223}"/>
              </a:ext>
            </a:extLst>
          </p:cNvPr>
          <p:cNvSpPr>
            <a:spLocks noGrp="1"/>
          </p:cNvSpPr>
          <p:nvPr>
            <p:ph type="pic" sz="quarter" idx="13" hasCustomPrompt="1"/>
          </p:nvPr>
        </p:nvSpPr>
        <p:spPr bwMode="ltGray">
          <a:xfrm>
            <a:off x="0" y="1714500"/>
            <a:ext cx="4064400" cy="3429000"/>
          </a:xfrm>
          <a:solidFill>
            <a:schemeClr val="accent3"/>
          </a:solidFill>
        </p:spPr>
        <p:txBody>
          <a:bodyPr lIns="572400" tIns="529200" rIns="572400" bIns="529200" anchor="t"/>
          <a:lstStyle>
            <a:lvl1pPr>
              <a:defRPr>
                <a:solidFill>
                  <a:schemeClr val="tx2"/>
                </a:solidFill>
              </a:defRPr>
            </a:lvl1pPr>
          </a:lstStyle>
          <a:p>
            <a:r>
              <a:rPr lang="en-US"/>
              <a:t>Please insert image 1 here</a:t>
            </a:r>
          </a:p>
        </p:txBody>
      </p:sp>
      <p:sp>
        <p:nvSpPr>
          <p:cNvPr id="18" name="Picture">
            <a:extLst>
              <a:ext uri="{FF2B5EF4-FFF2-40B4-BE49-F238E27FC236}">
                <a16:creationId xmlns:a16="http://schemas.microsoft.com/office/drawing/2014/main" id="{C1F99CC7-4311-7666-EEE0-5C5F63C16A9E}"/>
              </a:ext>
            </a:extLst>
          </p:cNvPr>
          <p:cNvSpPr>
            <a:spLocks noGrp="1"/>
          </p:cNvSpPr>
          <p:nvPr>
            <p:ph type="pic" sz="quarter" idx="15" hasCustomPrompt="1"/>
          </p:nvPr>
        </p:nvSpPr>
        <p:spPr bwMode="ltGray">
          <a:xfrm>
            <a:off x="4064400" y="1714500"/>
            <a:ext cx="4064400" cy="3429000"/>
          </a:xfrm>
          <a:solidFill>
            <a:schemeClr val="accent4"/>
          </a:solidFill>
        </p:spPr>
        <p:txBody>
          <a:bodyPr lIns="572400" tIns="529200" rIns="572400" bIns="529200" anchor="t"/>
          <a:lstStyle>
            <a:lvl1pPr>
              <a:defRPr>
                <a:solidFill>
                  <a:schemeClr val="tx2"/>
                </a:solidFill>
              </a:defRPr>
            </a:lvl1pPr>
          </a:lstStyle>
          <a:p>
            <a:r>
              <a:rPr lang="en-US"/>
              <a:t>Please insert image 2 here</a:t>
            </a:r>
          </a:p>
        </p:txBody>
      </p:sp>
      <p:sp>
        <p:nvSpPr>
          <p:cNvPr id="19" name="Picture">
            <a:extLst>
              <a:ext uri="{FF2B5EF4-FFF2-40B4-BE49-F238E27FC236}">
                <a16:creationId xmlns:a16="http://schemas.microsoft.com/office/drawing/2014/main" id="{E6B1B565-E7FB-A83C-6A55-34FF0E0E78DA}"/>
              </a:ext>
            </a:extLst>
          </p:cNvPr>
          <p:cNvSpPr>
            <a:spLocks noGrp="1"/>
          </p:cNvSpPr>
          <p:nvPr>
            <p:ph type="pic" sz="quarter" idx="17" hasCustomPrompt="1"/>
          </p:nvPr>
        </p:nvSpPr>
        <p:spPr bwMode="ltGray">
          <a:xfrm>
            <a:off x="8127600" y="1714500"/>
            <a:ext cx="4064400" cy="3429000"/>
          </a:xfrm>
          <a:solidFill>
            <a:schemeClr val="accent3"/>
          </a:solidFill>
        </p:spPr>
        <p:txBody>
          <a:bodyPr lIns="572400" tIns="529200" rIns="572400" bIns="529200" anchor="t"/>
          <a:lstStyle>
            <a:lvl1pPr>
              <a:defRPr>
                <a:solidFill>
                  <a:schemeClr val="tx2"/>
                </a:solidFill>
              </a:defRPr>
            </a:lvl1pPr>
          </a:lstStyle>
          <a:p>
            <a:r>
              <a:rPr lang="en-US"/>
              <a:t>Please insert image 3 here</a:t>
            </a:r>
          </a:p>
        </p:txBody>
      </p:sp>
      <p:sp>
        <p:nvSpPr>
          <p:cNvPr id="20" name="Text">
            <a:extLst>
              <a:ext uri="{FF2B5EF4-FFF2-40B4-BE49-F238E27FC236}">
                <a16:creationId xmlns:a16="http://schemas.microsoft.com/office/drawing/2014/main" id="{09EFF7DA-D6B7-9C8A-F356-FD4DCFED8E13}"/>
              </a:ext>
            </a:extLst>
          </p:cNvPr>
          <p:cNvSpPr>
            <a:spLocks noGrp="1"/>
          </p:cNvSpPr>
          <p:nvPr>
            <p:ph type="body" sz="quarter" idx="18" hasCustomPrompt="1"/>
          </p:nvPr>
        </p:nvSpPr>
        <p:spPr>
          <a:xfrm>
            <a:off x="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p>
        </p:txBody>
      </p:sp>
      <p:sp>
        <p:nvSpPr>
          <p:cNvPr id="8" name="Text">
            <a:extLst>
              <a:ext uri="{FF2B5EF4-FFF2-40B4-BE49-F238E27FC236}">
                <a16:creationId xmlns:a16="http://schemas.microsoft.com/office/drawing/2014/main" id="{12A2F516-0C61-6E3C-A972-29D44C60D828}"/>
              </a:ext>
            </a:extLst>
          </p:cNvPr>
          <p:cNvSpPr>
            <a:spLocks noGrp="1"/>
          </p:cNvSpPr>
          <p:nvPr>
            <p:ph type="body" sz="quarter" idx="19" hasCustomPrompt="1"/>
          </p:nvPr>
        </p:nvSpPr>
        <p:spPr>
          <a:xfrm>
            <a:off x="406440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p>
        </p:txBody>
      </p:sp>
      <p:sp>
        <p:nvSpPr>
          <p:cNvPr id="9" name="Text">
            <a:extLst>
              <a:ext uri="{FF2B5EF4-FFF2-40B4-BE49-F238E27FC236}">
                <a16:creationId xmlns:a16="http://schemas.microsoft.com/office/drawing/2014/main" id="{64B3DC57-919D-8FB6-F4A4-19AA8E5D26BF}"/>
              </a:ext>
            </a:extLst>
          </p:cNvPr>
          <p:cNvSpPr>
            <a:spLocks noGrp="1"/>
          </p:cNvSpPr>
          <p:nvPr>
            <p:ph type="body" sz="quarter" idx="20" hasCustomPrompt="1"/>
          </p:nvPr>
        </p:nvSpPr>
        <p:spPr>
          <a:xfrm>
            <a:off x="812760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p>
        </p:txBody>
      </p:sp>
      <p:sp>
        <p:nvSpPr>
          <p:cNvPr id="13" name="Slide Number">
            <a:extLst>
              <a:ext uri="{FF2B5EF4-FFF2-40B4-BE49-F238E27FC236}">
                <a16:creationId xmlns:a16="http://schemas.microsoft.com/office/drawing/2014/main" id="{9CD9F8DE-CC92-0DB1-7F78-8F59C4804736}"/>
              </a:ext>
            </a:extLst>
          </p:cNvPr>
          <p:cNvSpPr>
            <a:spLocks noGrp="1" noRot="1" noMove="1" noResize="1" noEditPoints="1" noAdjustHandles="1" noChangeArrowheads="1" noChangeShapeType="1"/>
          </p:cNvSpPr>
          <p:nvPr>
            <p:ph type="sldNum" sz="quarter" idx="22"/>
          </p:nvPr>
        </p:nvSpPr>
        <p:spPr/>
        <p:txBody>
          <a:bodyPr/>
          <a:lstStyle/>
          <a:p>
            <a:fld id="{3AAD6F96-D980-42CA-8BF9-DAD285AFBC3D}" type="slidenum">
              <a:rPr lang="en-US" smtClean="0"/>
              <a:t>‹#›</a:t>
            </a:fld>
            <a:endParaRPr lang="en-US"/>
          </a:p>
        </p:txBody>
      </p:sp>
      <p:sp>
        <p:nvSpPr>
          <p:cNvPr id="11" name="Footer">
            <a:extLst>
              <a:ext uri="{FF2B5EF4-FFF2-40B4-BE49-F238E27FC236}">
                <a16:creationId xmlns:a16="http://schemas.microsoft.com/office/drawing/2014/main" id="{9472B2C4-1A7A-E7CD-4D6E-5171E50B96B3}"/>
              </a:ext>
            </a:extLst>
          </p:cNvPr>
          <p:cNvSpPr>
            <a:spLocks noGrp="1" noRot="1" noMove="1" noResize="1" noEditPoints="1" noAdjustHandles="1" noChangeArrowheads="1" noChangeShapeType="1"/>
          </p:cNvSpPr>
          <p:nvPr>
            <p:ph type="ftr" sz="quarter" idx="21"/>
          </p:nvPr>
        </p:nvSpPr>
        <p:spPr/>
        <p:txBody>
          <a:bodyPr/>
          <a:lstStyle/>
          <a:p>
            <a:r>
              <a:rPr lang="en-US"/>
              <a:t>Restricted | © Innomotics 2025</a:t>
            </a:r>
          </a:p>
        </p:txBody>
      </p:sp>
      <p:pic>
        <p:nvPicPr>
          <p:cNvPr id="3" name="INNOMOTICS Logo" descr="INNOMOTICS logo">
            <a:extLst>
              <a:ext uri="{FF2B5EF4-FFF2-40B4-BE49-F238E27FC236}">
                <a16:creationId xmlns:a16="http://schemas.microsoft.com/office/drawing/2014/main" id="{8F899DBF-D651-7B33-6D77-DC71BEF3BD2D}"/>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42200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08191F"/>
          </p15:clr>
        </p15:guide>
        <p15:guide id="21" orient="horz" pos="3600">
          <p15:clr>
            <a:srgbClr val="08191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ree content fram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7B13992-8D12-2CEA-ED83-C76E2048E1D9}"/>
              </a:ext>
            </a:extLst>
          </p:cNvPr>
          <p:cNvSpPr>
            <a:spLocks noGrp="1"/>
          </p:cNvSpPr>
          <p:nvPr>
            <p:ph type="title"/>
          </p:nvPr>
        </p:nvSpPr>
        <p:spPr/>
        <p:txBody>
          <a:bodyPr/>
          <a:lstStyle/>
          <a:p>
            <a:r>
              <a:rPr lang="en-US"/>
              <a:t>Click to edit Master title style</a:t>
            </a:r>
          </a:p>
        </p:txBody>
      </p:sp>
      <p:sp>
        <p:nvSpPr>
          <p:cNvPr id="14" name="Text">
            <a:extLst>
              <a:ext uri="{FF2B5EF4-FFF2-40B4-BE49-F238E27FC236}">
                <a16:creationId xmlns:a16="http://schemas.microsoft.com/office/drawing/2014/main" id="{A2B26B96-16F8-12F7-A0CD-59B9D37A96AA}"/>
              </a:ext>
            </a:extLst>
          </p:cNvPr>
          <p:cNvSpPr>
            <a:spLocks noGrp="1"/>
          </p:cNvSpPr>
          <p:nvPr>
            <p:ph type="body" sz="quarter" idx="13" hasCustomPrompt="1"/>
          </p:nvPr>
        </p:nvSpPr>
        <p:spPr bwMode="blackWhite">
          <a:xfrm>
            <a:off x="0" y="1714499"/>
            <a:ext cx="4064400" cy="4000501"/>
          </a:xfrm>
          <a:solidFill>
            <a:schemeClr val="tx2"/>
          </a:solidFill>
        </p:spPr>
        <p:txBody>
          <a:bodyPr lIns="572400" tIns="334800" rIns="572400" bIns="572400"/>
          <a:lstStyle>
            <a:lvl1pPr marL="0">
              <a:spcAft>
                <a:spcPts val="2100"/>
              </a:spcAft>
              <a:defRPr sz="1800" b="1">
                <a:solidFill>
                  <a:schemeClr val="bg1"/>
                </a:solidFill>
              </a:defRPr>
            </a:lvl1pPr>
            <a:lvl2pPr marL="0" indent="0">
              <a:buFont typeface="Arial" panose="020B0604020202020204" pitchFamily="34" charset="0"/>
              <a:buNone/>
              <a:defRPr sz="1600">
                <a:solidFill>
                  <a:schemeClr val="bg1"/>
                </a:solidFill>
              </a:defRPr>
            </a:lvl2pPr>
            <a:lvl3pPr marL="288000" indent="-288000">
              <a:buFontTx/>
              <a:buBlip>
                <a:blip>
                  <a:extLst>
                    <a:ext uri="{96DAC541-7B7A-43D3-8B79-37D633B846F1}">
                      <asvg:svgBlip xmlns:asvg="http://schemas.microsoft.com/office/drawing/2016/SVG/main" r:embed="rId2"/>
                    </a:ext>
                  </a:extLst>
                </a:blip>
              </a:buBlip>
              <a:defRPr sz="1600">
                <a:solidFill>
                  <a:schemeClr val="bg1"/>
                </a:solidFill>
              </a:defRPr>
            </a:lvl3pPr>
            <a:lvl4pPr marL="288000" indent="0">
              <a:buFontTx/>
              <a:buNone/>
              <a:defRPr sz="1600">
                <a:solidFill>
                  <a:schemeClr val="bg1"/>
                </a:solidFill>
              </a:defRPr>
            </a:lvl4pPr>
            <a:lvl5pPr marL="576000" indent="-288000">
              <a:buFontTx/>
              <a:buBlip>
                <a:blip>
                  <a:extLst>
                    <a:ext uri="{96DAC541-7B7A-43D3-8B79-37D633B846F1}">
                      <asvg:svgBlip xmlns:asvg="http://schemas.microsoft.com/office/drawing/2016/SVG/main" r:embed="rId2"/>
                    </a:ext>
                  </a:extLst>
                </a:blip>
              </a:buBlip>
              <a:defRPr sz="1600">
                <a:solidFill>
                  <a:schemeClr val="bg1"/>
                </a:solidFill>
              </a:defRPr>
            </a:lvl5pPr>
            <a:lvl6pPr marL="576000" indent="0">
              <a:buFont typeface="Arial" panose="020B0604020202020204" pitchFamily="34" charset="0"/>
              <a:buNone/>
              <a:defRPr sz="1600">
                <a:solidFill>
                  <a:schemeClr val="bg1"/>
                </a:solidFill>
              </a:defRPr>
            </a:lvl6pPr>
            <a:lvl7pPr marL="864000" indent="-288000">
              <a:buFontTx/>
              <a:buBlip>
                <a:blip>
                  <a:extLst>
                    <a:ext uri="{96DAC541-7B7A-43D3-8B79-37D633B846F1}">
                      <asvg:svgBlip xmlns:asvg="http://schemas.microsoft.com/office/drawing/2016/SVG/main" r:embed="rId2"/>
                    </a:ext>
                  </a:extLst>
                </a:blip>
              </a:buBlip>
              <a:defRPr sz="1600">
                <a:solidFill>
                  <a:schemeClr val="bg1"/>
                </a:solidFill>
              </a:defRPr>
            </a:lvl7pPr>
            <a:lvl8pPr marL="864000" indent="0">
              <a:buFont typeface="Arial" panose="020B0604020202020204" pitchFamily="34" charset="0"/>
              <a:buNone/>
              <a:defRPr sz="1600">
                <a:solidFill>
                  <a:schemeClr val="bg1"/>
                </a:solidFill>
              </a:defRPr>
            </a:lvl8pPr>
            <a:lvl9pPr marL="1152000" indent="-288000">
              <a:buFontTx/>
              <a:buBlip>
                <a:blip>
                  <a:extLst>
                    <a:ext uri="{96DAC541-7B7A-43D3-8B79-37D633B846F1}">
                      <asvg:svgBlip xmlns:asvg="http://schemas.microsoft.com/office/drawing/2016/SVG/main" r:embed="rId2"/>
                    </a:ext>
                  </a:extLst>
                </a:blip>
              </a:buBlip>
              <a:defRPr sz="1600">
                <a:solidFill>
                  <a:schemeClr val="bg1"/>
                </a:solidFill>
              </a:defRPr>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16" name="Text Highlight">
            <a:extLst>
              <a:ext uri="{FF2B5EF4-FFF2-40B4-BE49-F238E27FC236}">
                <a16:creationId xmlns:a16="http://schemas.microsoft.com/office/drawing/2014/main" id="{476B1FAE-235D-561A-903F-6C25C0738BDC}"/>
              </a:ext>
            </a:extLst>
          </p:cNvPr>
          <p:cNvSpPr>
            <a:spLocks noGrp="1"/>
          </p:cNvSpPr>
          <p:nvPr>
            <p:ph type="body" sz="quarter" idx="15" hasCustomPrompt="1"/>
          </p:nvPr>
        </p:nvSpPr>
        <p:spPr>
          <a:xfrm>
            <a:off x="4064400" y="1715400"/>
            <a:ext cx="4064400" cy="3999600"/>
          </a:xfrm>
          <a:solidFill>
            <a:schemeClr val="bg2"/>
          </a:solidFill>
        </p:spPr>
        <p:txBody>
          <a:bodyPr lIns="572400" tIns="334800" rIns="572400" bIns="572400"/>
          <a:lstStyle>
            <a:lvl1pPr marL="0">
              <a:spcAft>
                <a:spcPts val="2100"/>
              </a:spcAft>
              <a:defRPr b="1">
                <a:solidFill>
                  <a:schemeClr val="tx2"/>
                </a:solidFill>
              </a:defRPr>
            </a:lvl1pPr>
            <a:lvl2pPr marL="0" indent="0">
              <a:buFont typeface="Arial" panose="020B0604020202020204" pitchFamily="34" charset="0"/>
              <a:buNone/>
              <a:defRPr sz="1600">
                <a:solidFill>
                  <a:schemeClr val="tx2"/>
                </a:solidFill>
              </a:defRPr>
            </a:lvl2pPr>
            <a:lvl3pPr marL="288000" indent="-288000">
              <a:buFontTx/>
              <a:buBlip>
                <a:blip>
                  <a:extLst>
                    <a:ext uri="{96DAC541-7B7A-43D3-8B79-37D633B846F1}">
                      <asvg:svgBlip xmlns:asvg="http://schemas.microsoft.com/office/drawing/2016/SVG/main" r:embed="rId3"/>
                    </a:ext>
                  </a:extLst>
                </a:blip>
              </a:buBlip>
              <a:defRPr sz="1600">
                <a:solidFill>
                  <a:schemeClr val="tx2"/>
                </a:solidFill>
              </a:defRPr>
            </a:lvl3pPr>
            <a:lvl4pPr marL="288000" indent="0">
              <a:buFont typeface="Arial" panose="020B0604020202020204" pitchFamily="34" charset="0"/>
              <a:buNone/>
              <a:defRPr sz="1600">
                <a:solidFill>
                  <a:schemeClr val="tx2"/>
                </a:solidFill>
              </a:defRPr>
            </a:lvl4pPr>
            <a:lvl5pPr marL="576000" indent="-288000">
              <a:buFontTx/>
              <a:buBlip>
                <a:blip>
                  <a:extLst>
                    <a:ext uri="{96DAC541-7B7A-43D3-8B79-37D633B846F1}">
                      <asvg:svgBlip xmlns:asvg="http://schemas.microsoft.com/office/drawing/2016/SVG/main" r:embed="rId3"/>
                    </a:ext>
                  </a:extLst>
                </a:blip>
              </a:buBlip>
              <a:defRPr sz="1600">
                <a:solidFill>
                  <a:schemeClr val="tx2"/>
                </a:solidFill>
              </a:defRPr>
            </a:lvl5pPr>
            <a:lvl6pPr marL="576000" indent="0">
              <a:buFont typeface="Arial" panose="020B0604020202020204" pitchFamily="34" charset="0"/>
              <a:buNone/>
              <a:defRPr sz="1600"/>
            </a:lvl6pPr>
            <a:lvl7pPr marL="864000" indent="-288000">
              <a:buFontTx/>
              <a:buBlip>
                <a:blip>
                  <a:extLst>
                    <a:ext uri="{96DAC541-7B7A-43D3-8B79-37D633B846F1}">
                      <asvg:svgBlip xmlns:asvg="http://schemas.microsoft.com/office/drawing/2016/SVG/main" r:embed="rId3"/>
                    </a:ext>
                  </a:extLst>
                </a:blip>
              </a:buBlip>
              <a:defRPr sz="1600"/>
            </a:lvl7pPr>
            <a:lvl8pPr marL="864000" indent="0">
              <a:buFont typeface="Arial" panose="020B0604020202020204" pitchFamily="34" charset="0"/>
              <a:buNone/>
              <a:defRPr sz="1600"/>
            </a:lvl8pPr>
            <a:lvl9pPr marL="1152000" indent="-288000">
              <a:buFontTx/>
              <a:buBlip>
                <a:blip>
                  <a:extLst>
                    <a:ext uri="{96DAC541-7B7A-43D3-8B79-37D633B846F1}">
                      <asvg:svgBlip xmlns:asvg="http://schemas.microsoft.com/office/drawing/2016/SVG/main" r:embed="rId3"/>
                    </a:ext>
                  </a:extLst>
                </a:blip>
              </a:buBlip>
              <a:defRPr sz="1600"/>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2" name="Text">
            <a:extLst>
              <a:ext uri="{FF2B5EF4-FFF2-40B4-BE49-F238E27FC236}">
                <a16:creationId xmlns:a16="http://schemas.microsoft.com/office/drawing/2014/main" id="{8A6B9D13-7277-34B0-1EC8-22438ED080F9}"/>
              </a:ext>
            </a:extLst>
          </p:cNvPr>
          <p:cNvSpPr>
            <a:spLocks noGrp="1"/>
          </p:cNvSpPr>
          <p:nvPr>
            <p:ph type="body" sz="quarter" idx="16" hasCustomPrompt="1"/>
          </p:nvPr>
        </p:nvSpPr>
        <p:spPr bwMode="blackWhite">
          <a:xfrm>
            <a:off x="8127600" y="1714499"/>
            <a:ext cx="4064400" cy="4000501"/>
          </a:xfrm>
          <a:solidFill>
            <a:schemeClr val="tx2"/>
          </a:solidFill>
        </p:spPr>
        <p:txBody>
          <a:bodyPr lIns="572400" tIns="334800" rIns="572400" bIns="572400"/>
          <a:lstStyle>
            <a:lvl1pPr marL="0">
              <a:spcAft>
                <a:spcPts val="2100"/>
              </a:spcAft>
              <a:defRPr sz="1800" b="1">
                <a:solidFill>
                  <a:schemeClr val="bg1"/>
                </a:solidFill>
              </a:defRPr>
            </a:lvl1pPr>
            <a:lvl2pPr marL="0" indent="0">
              <a:buFont typeface="Arial" panose="020B0604020202020204" pitchFamily="34" charset="0"/>
              <a:buNone/>
              <a:defRPr sz="1600">
                <a:solidFill>
                  <a:schemeClr val="bg1"/>
                </a:solidFill>
              </a:defRPr>
            </a:lvl2pPr>
            <a:lvl3pPr marL="288000" indent="-288000">
              <a:buFontTx/>
              <a:buBlip>
                <a:blip>
                  <a:extLst>
                    <a:ext uri="{96DAC541-7B7A-43D3-8B79-37D633B846F1}">
                      <asvg:svgBlip xmlns:asvg="http://schemas.microsoft.com/office/drawing/2016/SVG/main" r:embed="rId2"/>
                    </a:ext>
                  </a:extLst>
                </a:blip>
              </a:buBlip>
              <a:defRPr sz="1600">
                <a:solidFill>
                  <a:schemeClr val="bg1"/>
                </a:solidFill>
              </a:defRPr>
            </a:lvl3pPr>
            <a:lvl4pPr marL="288000" indent="0">
              <a:buFontTx/>
              <a:buNone/>
              <a:defRPr sz="1600">
                <a:solidFill>
                  <a:schemeClr val="bg1"/>
                </a:solidFill>
              </a:defRPr>
            </a:lvl4pPr>
            <a:lvl5pPr marL="576000" indent="-288000">
              <a:buFontTx/>
              <a:buBlip>
                <a:blip>
                  <a:extLst>
                    <a:ext uri="{96DAC541-7B7A-43D3-8B79-37D633B846F1}">
                      <asvg:svgBlip xmlns:asvg="http://schemas.microsoft.com/office/drawing/2016/SVG/main" r:embed="rId2"/>
                    </a:ext>
                  </a:extLst>
                </a:blip>
              </a:buBlip>
              <a:defRPr sz="1600">
                <a:solidFill>
                  <a:schemeClr val="bg1"/>
                </a:solidFill>
              </a:defRPr>
            </a:lvl5pPr>
            <a:lvl6pPr marL="576000" indent="0">
              <a:buFont typeface="Arial" panose="020B0604020202020204" pitchFamily="34" charset="0"/>
              <a:buNone/>
              <a:defRPr sz="1600">
                <a:solidFill>
                  <a:schemeClr val="bg1"/>
                </a:solidFill>
              </a:defRPr>
            </a:lvl6pPr>
            <a:lvl7pPr marL="864000" indent="-288000">
              <a:buFontTx/>
              <a:buBlip>
                <a:blip>
                  <a:extLst>
                    <a:ext uri="{96DAC541-7B7A-43D3-8B79-37D633B846F1}">
                      <asvg:svgBlip xmlns:asvg="http://schemas.microsoft.com/office/drawing/2016/SVG/main" r:embed="rId2"/>
                    </a:ext>
                  </a:extLst>
                </a:blip>
              </a:buBlip>
              <a:defRPr sz="1600">
                <a:solidFill>
                  <a:schemeClr val="bg1"/>
                </a:solidFill>
              </a:defRPr>
            </a:lvl7pPr>
            <a:lvl8pPr marL="864000" indent="0">
              <a:buFont typeface="Arial" panose="020B0604020202020204" pitchFamily="34" charset="0"/>
              <a:buNone/>
              <a:defRPr sz="1600">
                <a:solidFill>
                  <a:schemeClr val="bg1"/>
                </a:solidFill>
              </a:defRPr>
            </a:lvl8pPr>
            <a:lvl9pPr marL="1152000" indent="-288000">
              <a:buFontTx/>
              <a:buBlip>
                <a:blip>
                  <a:extLst>
                    <a:ext uri="{96DAC541-7B7A-43D3-8B79-37D633B846F1}">
                      <asvg:svgBlip xmlns:asvg="http://schemas.microsoft.com/office/drawing/2016/SVG/main" r:embed="rId2"/>
                    </a:ext>
                  </a:extLst>
                </a:blip>
              </a:buBlip>
              <a:defRPr sz="1600">
                <a:solidFill>
                  <a:schemeClr val="bg1"/>
                </a:solidFill>
              </a:defRPr>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5" name="Slide Number">
            <a:extLst>
              <a:ext uri="{FF2B5EF4-FFF2-40B4-BE49-F238E27FC236}">
                <a16:creationId xmlns:a16="http://schemas.microsoft.com/office/drawing/2014/main" id="{745E169C-1867-BF5D-6986-5A473D71A52A}"/>
              </a:ext>
            </a:extLst>
          </p:cNvPr>
          <p:cNvSpPr>
            <a:spLocks noGrp="1" noRot="1" noMove="1" noResize="1" noEditPoints="1" noAdjustHandles="1" noChangeArrowheads="1" noChangeShapeType="1"/>
          </p:cNvSpPr>
          <p:nvPr>
            <p:ph type="sldNum" sz="quarter" idx="18"/>
          </p:nvPr>
        </p:nvSpPr>
        <p:spPr/>
        <p:txBody>
          <a:bodyPr/>
          <a:lstStyle/>
          <a:p>
            <a:fld id="{3AAD6F96-D980-42CA-8BF9-DAD285AFBC3D}" type="slidenum">
              <a:rPr lang="en-US" smtClean="0"/>
              <a:t>‹#›</a:t>
            </a:fld>
            <a:endParaRPr lang="en-US"/>
          </a:p>
        </p:txBody>
      </p:sp>
      <p:sp>
        <p:nvSpPr>
          <p:cNvPr id="4" name="Footer">
            <a:extLst>
              <a:ext uri="{FF2B5EF4-FFF2-40B4-BE49-F238E27FC236}">
                <a16:creationId xmlns:a16="http://schemas.microsoft.com/office/drawing/2014/main" id="{383F4304-B8D7-5713-6F63-EDB60AAF2E91}"/>
              </a:ext>
            </a:extLst>
          </p:cNvPr>
          <p:cNvSpPr>
            <a:spLocks noGrp="1" noRot="1" noMove="1" noResize="1" noEditPoints="1" noAdjustHandles="1" noChangeArrowheads="1" noChangeShapeType="1"/>
          </p:cNvSpPr>
          <p:nvPr>
            <p:ph type="ftr" sz="quarter" idx="17"/>
          </p:nvPr>
        </p:nvSpPr>
        <p:spPr/>
        <p:txBody>
          <a:bodyPr/>
          <a:lstStyle/>
          <a:p>
            <a:r>
              <a:rPr lang="en-US"/>
              <a:t>Restricted | © Innomotics 2025</a:t>
            </a:r>
          </a:p>
        </p:txBody>
      </p:sp>
      <p:pic>
        <p:nvPicPr>
          <p:cNvPr id="3" name="INNOMOTICS Logo" descr="INNOMOTICS logo">
            <a:extLst>
              <a:ext uri="{FF2B5EF4-FFF2-40B4-BE49-F238E27FC236}">
                <a16:creationId xmlns:a16="http://schemas.microsoft.com/office/drawing/2014/main" id="{AFA81CC9-B320-47EF-BA87-063D1DF68AB6}"/>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22534147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images + three contents">
    <p:bg>
      <p:bgRef idx="1001">
        <a:schemeClr val="bg1"/>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en-US"/>
              <a:t>Click to edit Master title style</a:t>
            </a:r>
          </a:p>
        </p:txBody>
      </p:sp>
      <p:sp>
        <p:nvSpPr>
          <p:cNvPr id="11" name="Picture">
            <a:extLst>
              <a:ext uri="{FF2B5EF4-FFF2-40B4-BE49-F238E27FC236}">
                <a16:creationId xmlns:a16="http://schemas.microsoft.com/office/drawing/2014/main" id="{7DF2A12A-62BF-BBF9-676C-5D666BD5D9F8}"/>
              </a:ext>
            </a:extLst>
          </p:cNvPr>
          <p:cNvSpPr>
            <a:spLocks noGrp="1"/>
          </p:cNvSpPr>
          <p:nvPr>
            <p:ph type="pic" sz="quarter" idx="13" hasCustomPrompt="1"/>
          </p:nvPr>
        </p:nvSpPr>
        <p:spPr bwMode="ltGray">
          <a:xfrm>
            <a:off x="0" y="1714500"/>
            <a:ext cx="4064400" cy="2286000"/>
          </a:xfrm>
          <a:solidFill>
            <a:schemeClr val="accent3"/>
          </a:solidFill>
        </p:spPr>
        <p:txBody>
          <a:bodyPr lIns="572400" tIns="529200" rIns="572400" bIns="529200" anchor="t"/>
          <a:lstStyle>
            <a:lvl1pPr>
              <a:defRPr>
                <a:solidFill>
                  <a:schemeClr val="tx2"/>
                </a:solidFill>
              </a:defRPr>
            </a:lvl1pPr>
          </a:lstStyle>
          <a:p>
            <a:r>
              <a:rPr lang="en-US"/>
              <a:t>Please insert image 1 here</a:t>
            </a:r>
          </a:p>
        </p:txBody>
      </p:sp>
      <p:sp>
        <p:nvSpPr>
          <p:cNvPr id="8" name="Text">
            <a:extLst>
              <a:ext uri="{FF2B5EF4-FFF2-40B4-BE49-F238E27FC236}">
                <a16:creationId xmlns:a16="http://schemas.microsoft.com/office/drawing/2014/main" id="{8A08E5AA-388B-E501-4F34-883B1CAA5F24}"/>
              </a:ext>
            </a:extLst>
          </p:cNvPr>
          <p:cNvSpPr>
            <a:spLocks noGrp="1"/>
          </p:cNvSpPr>
          <p:nvPr>
            <p:ph type="body" sz="quarter" idx="18" hasCustomPrompt="1"/>
          </p:nvPr>
        </p:nvSpPr>
        <p:spPr>
          <a:xfrm>
            <a:off x="0" y="4000500"/>
            <a:ext cx="4064400" cy="1714500"/>
          </a:xfrm>
        </p:spPr>
        <p:txBody>
          <a:bodyPr lIns="5724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14" name="Picture">
            <a:extLst>
              <a:ext uri="{FF2B5EF4-FFF2-40B4-BE49-F238E27FC236}">
                <a16:creationId xmlns:a16="http://schemas.microsoft.com/office/drawing/2014/main" id="{52F106F4-61AF-CB5C-3A38-33A366DE6AB4}"/>
              </a:ext>
            </a:extLst>
          </p:cNvPr>
          <p:cNvSpPr>
            <a:spLocks noGrp="1"/>
          </p:cNvSpPr>
          <p:nvPr>
            <p:ph type="pic" sz="quarter" idx="15" hasCustomPrompt="1"/>
          </p:nvPr>
        </p:nvSpPr>
        <p:spPr bwMode="ltGray">
          <a:xfrm>
            <a:off x="4064400" y="1714500"/>
            <a:ext cx="4064400" cy="2286000"/>
          </a:xfrm>
          <a:solidFill>
            <a:schemeClr val="accent4"/>
          </a:solidFill>
        </p:spPr>
        <p:txBody>
          <a:bodyPr lIns="572400" tIns="529200" rIns="572400" bIns="529200" anchor="t"/>
          <a:lstStyle>
            <a:lvl1pPr>
              <a:defRPr>
                <a:solidFill>
                  <a:schemeClr val="tx2"/>
                </a:solidFill>
              </a:defRPr>
            </a:lvl1pPr>
          </a:lstStyle>
          <a:p>
            <a:r>
              <a:rPr lang="en-US"/>
              <a:t>Please insert image 2 here</a:t>
            </a:r>
          </a:p>
        </p:txBody>
      </p:sp>
      <p:sp>
        <p:nvSpPr>
          <p:cNvPr id="13" name="Text">
            <a:extLst>
              <a:ext uri="{FF2B5EF4-FFF2-40B4-BE49-F238E27FC236}">
                <a16:creationId xmlns:a16="http://schemas.microsoft.com/office/drawing/2014/main" id="{F5C400D4-F680-BDA5-850D-6B68280488BA}"/>
              </a:ext>
            </a:extLst>
          </p:cNvPr>
          <p:cNvSpPr>
            <a:spLocks noGrp="1"/>
          </p:cNvSpPr>
          <p:nvPr>
            <p:ph type="body" sz="quarter" idx="19" hasCustomPrompt="1"/>
          </p:nvPr>
        </p:nvSpPr>
        <p:spPr>
          <a:xfrm>
            <a:off x="4064400" y="4000500"/>
            <a:ext cx="4064400" cy="1714500"/>
          </a:xfrm>
        </p:spPr>
        <p:txBody>
          <a:bodyPr lIns="2880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16" name="Picture">
            <a:extLst>
              <a:ext uri="{FF2B5EF4-FFF2-40B4-BE49-F238E27FC236}">
                <a16:creationId xmlns:a16="http://schemas.microsoft.com/office/drawing/2014/main" id="{EF6ACC2C-A1F4-17B4-D0F4-0EDA52739035}"/>
              </a:ext>
            </a:extLst>
          </p:cNvPr>
          <p:cNvSpPr>
            <a:spLocks noGrp="1"/>
          </p:cNvSpPr>
          <p:nvPr>
            <p:ph type="pic" sz="quarter" idx="17" hasCustomPrompt="1"/>
          </p:nvPr>
        </p:nvSpPr>
        <p:spPr bwMode="ltGray">
          <a:xfrm>
            <a:off x="8127600" y="1714500"/>
            <a:ext cx="4064400" cy="2286000"/>
          </a:xfrm>
          <a:solidFill>
            <a:schemeClr val="accent3"/>
          </a:solidFill>
        </p:spPr>
        <p:txBody>
          <a:bodyPr lIns="572400" tIns="529200" rIns="572400" bIns="529200" anchor="t"/>
          <a:lstStyle>
            <a:lvl1pPr>
              <a:defRPr>
                <a:solidFill>
                  <a:schemeClr val="tx2"/>
                </a:solidFill>
              </a:defRPr>
            </a:lvl1pPr>
          </a:lstStyle>
          <a:p>
            <a:r>
              <a:rPr lang="en-US"/>
              <a:t>Please insert image 3 here</a:t>
            </a:r>
          </a:p>
        </p:txBody>
      </p:sp>
      <p:sp>
        <p:nvSpPr>
          <p:cNvPr id="15" name="Text">
            <a:extLst>
              <a:ext uri="{FF2B5EF4-FFF2-40B4-BE49-F238E27FC236}">
                <a16:creationId xmlns:a16="http://schemas.microsoft.com/office/drawing/2014/main" id="{7E69DC2B-65F4-4B07-C275-6CC8F1F5B5D2}"/>
              </a:ext>
            </a:extLst>
          </p:cNvPr>
          <p:cNvSpPr>
            <a:spLocks noGrp="1"/>
          </p:cNvSpPr>
          <p:nvPr>
            <p:ph type="body" sz="quarter" idx="20" hasCustomPrompt="1"/>
          </p:nvPr>
        </p:nvSpPr>
        <p:spPr>
          <a:xfrm>
            <a:off x="8127600" y="4000500"/>
            <a:ext cx="4064400" cy="1714500"/>
          </a:xfrm>
        </p:spPr>
        <p:txBody>
          <a:bodyPr lIns="2880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p>
            <a:fld id="{3AAD6F96-D980-42CA-8BF9-DAD285AFBC3D}" type="slidenum">
              <a:rPr lang="en-US" smtClean="0"/>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p>
            <a:r>
              <a:rPr lang="en-US"/>
              <a:t>Restricted | © Innomotics 2025</a:t>
            </a:r>
          </a:p>
        </p:txBody>
      </p:sp>
      <p:pic>
        <p:nvPicPr>
          <p:cNvPr id="5" name="INNOMOTICS Logo" descr="INNOMOTICS logo">
            <a:extLst>
              <a:ext uri="{FF2B5EF4-FFF2-40B4-BE49-F238E27FC236}">
                <a16:creationId xmlns:a16="http://schemas.microsoft.com/office/drawing/2014/main" id="{56F02E96-47B2-DAA8-C32D-027942323571}"/>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14440676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able (dark)">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DFA6992-095C-8591-2384-42D6A42E96F1}"/>
              </a:ext>
            </a:extLst>
          </p:cNvPr>
          <p:cNvSpPr>
            <a:spLocks noGrp="1"/>
          </p:cNvSpPr>
          <p:nvPr>
            <p:ph type="title"/>
          </p:nvPr>
        </p:nvSpPr>
        <p:spPr/>
        <p:txBody>
          <a:bodyPr/>
          <a:lstStyle>
            <a:lvl1pPr>
              <a:tabLst>
                <a:tab pos="1255713" algn="l"/>
              </a:tabLst>
              <a:defRPr>
                <a:solidFill>
                  <a:schemeClr val="tx1"/>
                </a:solidFill>
              </a:defRPr>
            </a:lvl1pPr>
          </a:lstStyle>
          <a:p>
            <a:r>
              <a:rPr lang="en-US"/>
              <a:t>Click to edit Master title style</a:t>
            </a:r>
          </a:p>
        </p:txBody>
      </p:sp>
      <p:sp>
        <p:nvSpPr>
          <p:cNvPr id="8" name="Table">
            <a:extLst>
              <a:ext uri="{FF2B5EF4-FFF2-40B4-BE49-F238E27FC236}">
                <a16:creationId xmlns:a16="http://schemas.microsoft.com/office/drawing/2014/main" id="{1FE82B31-B5F3-5F98-8378-66A6032BB01A}"/>
              </a:ext>
            </a:extLst>
          </p:cNvPr>
          <p:cNvSpPr>
            <a:spLocks noGrp="1"/>
          </p:cNvSpPr>
          <p:nvPr>
            <p:ph type="tbl" sz="quarter" idx="13" hasCustomPrompt="1"/>
          </p:nvPr>
        </p:nvSpPr>
        <p:spPr>
          <a:xfrm>
            <a:off x="0" y="1714500"/>
            <a:ext cx="12192000" cy="4000500"/>
          </a:xfrm>
        </p:spPr>
        <p:txBody>
          <a:bodyPr bIns="504000" anchor="ctr" anchorCtr="1"/>
          <a:lstStyle>
            <a:lvl1pPr>
              <a:defRPr>
                <a:solidFill>
                  <a:schemeClr val="tx1"/>
                </a:solidFill>
              </a:defRPr>
            </a:lvl1pPr>
          </a:lstStyle>
          <a:p>
            <a:r>
              <a:rPr lang="en-US" noProof="0"/>
              <a:t>Please insert table here</a:t>
            </a:r>
          </a:p>
        </p:txBody>
      </p:sp>
      <p:sp>
        <p:nvSpPr>
          <p:cNvPr id="9" name="Slide Number">
            <a:extLst>
              <a:ext uri="{FF2B5EF4-FFF2-40B4-BE49-F238E27FC236}">
                <a16:creationId xmlns:a16="http://schemas.microsoft.com/office/drawing/2014/main" id="{4F70156B-1A94-540B-51D8-86B8B3EACB43}"/>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BFEB40F3-A7F6-9092-5D44-67E931523C62}"/>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pic>
        <p:nvPicPr>
          <p:cNvPr id="3" name="INNOMOTICS Logo">
            <a:extLst>
              <a:ext uri="{FF2B5EF4-FFF2-40B4-BE49-F238E27FC236}">
                <a16:creationId xmlns:a16="http://schemas.microsoft.com/office/drawing/2014/main" id="{6F1EADD1-2EC3-24CE-3FF9-6DA343BBC8EA}"/>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10604500" y="6245106"/>
            <a:ext cx="1016000" cy="220472"/>
          </a:xfrm>
          <a:prstGeom prst="rect">
            <a:avLst/>
          </a:prstGeom>
        </p:spPr>
      </p:pic>
    </p:spTree>
    <p:extLst>
      <p:ext uri="{BB962C8B-B14F-4D97-AF65-F5344CB8AC3E}">
        <p14:creationId xmlns:p14="http://schemas.microsoft.com/office/powerpoint/2010/main" val="90506512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able (light)">
    <p:bg>
      <p:bgRef idx="1001">
        <a:schemeClr val="bg1"/>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DFA6992-095C-8591-2384-42D6A42E96F1}"/>
              </a:ext>
            </a:extLst>
          </p:cNvPr>
          <p:cNvSpPr>
            <a:spLocks noGrp="1"/>
          </p:cNvSpPr>
          <p:nvPr>
            <p:ph type="title"/>
          </p:nvPr>
        </p:nvSpPr>
        <p:spPr/>
        <p:txBody>
          <a:bodyPr/>
          <a:lstStyle>
            <a:lvl1pPr>
              <a:tabLst>
                <a:tab pos="1255713" algn="l"/>
              </a:tabLst>
              <a:defRPr>
                <a:solidFill>
                  <a:schemeClr val="tx1"/>
                </a:solidFill>
              </a:defRPr>
            </a:lvl1pPr>
          </a:lstStyle>
          <a:p>
            <a:r>
              <a:rPr lang="en-US"/>
              <a:t>Click to edit Master title style</a:t>
            </a:r>
          </a:p>
        </p:txBody>
      </p:sp>
      <p:sp>
        <p:nvSpPr>
          <p:cNvPr id="8" name="Table">
            <a:extLst>
              <a:ext uri="{FF2B5EF4-FFF2-40B4-BE49-F238E27FC236}">
                <a16:creationId xmlns:a16="http://schemas.microsoft.com/office/drawing/2014/main" id="{1FE82B31-B5F3-5F98-8378-66A6032BB01A}"/>
              </a:ext>
            </a:extLst>
          </p:cNvPr>
          <p:cNvSpPr>
            <a:spLocks noGrp="1"/>
          </p:cNvSpPr>
          <p:nvPr>
            <p:ph type="tbl" sz="quarter" idx="13" hasCustomPrompt="1"/>
          </p:nvPr>
        </p:nvSpPr>
        <p:spPr>
          <a:xfrm>
            <a:off x="0" y="1714500"/>
            <a:ext cx="12192000" cy="4000500"/>
          </a:xfrm>
        </p:spPr>
        <p:txBody>
          <a:bodyPr bIns="504000" anchor="ctr" anchorCtr="1"/>
          <a:lstStyle>
            <a:lvl1pPr>
              <a:defRPr>
                <a:solidFill>
                  <a:schemeClr val="tx1"/>
                </a:solidFill>
              </a:defRPr>
            </a:lvl1pPr>
          </a:lstStyle>
          <a:p>
            <a:r>
              <a:rPr lang="en-US" noProof="0"/>
              <a:t>Please insert table here</a:t>
            </a:r>
          </a:p>
        </p:txBody>
      </p:sp>
      <p:sp>
        <p:nvSpPr>
          <p:cNvPr id="9" name="Slide Number">
            <a:extLst>
              <a:ext uri="{FF2B5EF4-FFF2-40B4-BE49-F238E27FC236}">
                <a16:creationId xmlns:a16="http://schemas.microsoft.com/office/drawing/2014/main" id="{4F70156B-1A94-540B-51D8-86B8B3EACB43}"/>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BFEB40F3-A7F6-9092-5D44-67E931523C62}"/>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pic>
        <p:nvPicPr>
          <p:cNvPr id="3" name="INNOMOTICS Logo" descr="INNOMOTICS logo">
            <a:extLst>
              <a:ext uri="{FF2B5EF4-FFF2-40B4-BE49-F238E27FC236}">
                <a16:creationId xmlns:a16="http://schemas.microsoft.com/office/drawing/2014/main" id="{C5401986-785D-0667-2940-FD276DF7BDF2}"/>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15476024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ree content (dark)">
    <p:bg>
      <p:bgRef idx="1001">
        <a:schemeClr val="bg2"/>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en-US"/>
              <a:t>Click to edit Master title style</a:t>
            </a:r>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lvl1pPr>
              <a:defRPr>
                <a:solidFill>
                  <a:schemeClr val="tx1"/>
                </a:solidFill>
              </a:defRPr>
            </a:lvl1pPr>
          </a:lstStyle>
          <a:p>
            <a:fld id="{3AAD6F96-D980-42CA-8BF9-DAD285AFBC3D}" type="slidenum">
              <a:rPr lang="en-US" smtClean="0"/>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lvl1pPr>
              <a:defRPr>
                <a:solidFill>
                  <a:schemeClr val="tx1"/>
                </a:solidFill>
              </a:defRPr>
            </a:lvl1pPr>
          </a:lstStyle>
          <a:p>
            <a:r>
              <a:rPr lang="en-US"/>
              <a:t>Restricted | © Innomotics 2025</a:t>
            </a:r>
          </a:p>
        </p:txBody>
      </p:sp>
      <p:pic>
        <p:nvPicPr>
          <p:cNvPr id="5" name="INNOMOTICS Logo">
            <a:extLst>
              <a:ext uri="{FF2B5EF4-FFF2-40B4-BE49-F238E27FC236}">
                <a16:creationId xmlns:a16="http://schemas.microsoft.com/office/drawing/2014/main" id="{DE04CCA0-758A-6F3F-20BC-BF1FBB6D330B}"/>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10604500" y="6245106"/>
            <a:ext cx="1016000" cy="220472"/>
          </a:xfrm>
          <a:prstGeom prst="rect">
            <a:avLst/>
          </a:prstGeom>
        </p:spPr>
      </p:pic>
    </p:spTree>
    <p:extLst>
      <p:ext uri="{BB962C8B-B14F-4D97-AF65-F5344CB8AC3E}">
        <p14:creationId xmlns:p14="http://schemas.microsoft.com/office/powerpoint/2010/main" val="39717683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ree content (light)">
    <p:bg>
      <p:bgRef idx="1001">
        <a:schemeClr val="bg1"/>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en-US"/>
              <a:t>Click to edit Master title style</a:t>
            </a:r>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lvl1pPr>
              <a:defRPr>
                <a:solidFill>
                  <a:schemeClr val="tx1"/>
                </a:solidFill>
              </a:defRPr>
            </a:lvl1pPr>
          </a:lstStyle>
          <a:p>
            <a:fld id="{3AAD6F96-D980-42CA-8BF9-DAD285AFBC3D}" type="slidenum">
              <a:rPr lang="en-US" smtClean="0"/>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lvl1pPr>
              <a:defRPr>
                <a:solidFill>
                  <a:schemeClr val="tx1"/>
                </a:solidFill>
              </a:defRPr>
            </a:lvl1pPr>
          </a:lstStyle>
          <a:p>
            <a:r>
              <a:rPr lang="en-US"/>
              <a:t>Restricted | © Innomotics 2025</a:t>
            </a:r>
          </a:p>
        </p:txBody>
      </p:sp>
      <p:pic>
        <p:nvPicPr>
          <p:cNvPr id="5" name="INNOMOTICS Logo" descr="INNOMOTICS logo">
            <a:extLst>
              <a:ext uri="{FF2B5EF4-FFF2-40B4-BE49-F238E27FC236}">
                <a16:creationId xmlns:a16="http://schemas.microsoft.com/office/drawing/2014/main" id="{14CC9036-4CFC-FB14-B6EE-230BA547EA59}"/>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1499662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ull image (dark) with headlline">
    <p:bg>
      <p:bgRef idx="1001">
        <a:schemeClr val="bg2"/>
      </p:bgRef>
    </p:bg>
    <p:spTree>
      <p:nvGrpSpPr>
        <p:cNvPr id="1" name=""/>
        <p:cNvGrpSpPr/>
        <p:nvPr/>
      </p:nvGrpSpPr>
      <p:grpSpPr>
        <a:xfrm>
          <a:off x="0" y="0"/>
          <a:ext cx="0" cy="0"/>
          <a:chOff x="0" y="0"/>
          <a:chExt cx="0" cy="0"/>
        </a:xfrm>
      </p:grpSpPr>
      <p:sp>
        <p:nvSpPr>
          <p:cNvPr id="8" name="Picture">
            <a:extLst>
              <a:ext uri="{FF2B5EF4-FFF2-40B4-BE49-F238E27FC236}">
                <a16:creationId xmlns:a16="http://schemas.microsoft.com/office/drawing/2014/main" id="{44E10281-C212-AB8C-190B-231486C2B01F}"/>
              </a:ext>
            </a:extLst>
          </p:cNvPr>
          <p:cNvSpPr>
            <a:spLocks noGrp="1"/>
          </p:cNvSpPr>
          <p:nvPr>
            <p:ph type="pic" sz="quarter" idx="13" hasCustomPrompt="1"/>
          </p:nvPr>
        </p:nvSpPr>
        <p:spPr bwMode="ltGray">
          <a:xfrm>
            <a:off x="0" y="0"/>
            <a:ext cx="12192000" cy="6858000"/>
          </a:xfrm>
          <a:solidFill>
            <a:schemeClr val="accent3"/>
          </a:solidFill>
        </p:spPr>
        <p:txBody>
          <a:bodyPr lIns="572400" tIns="529200" rIns="572400" bIns="1144800" anchor="b"/>
          <a:lstStyle>
            <a:lvl1pPr algn="ctr">
              <a:defRPr i="0">
                <a:solidFill>
                  <a:schemeClr val="bg2"/>
                </a:solidFill>
                <a:sym typeface="Wingdings" panose="05000000000000000000" pitchFamily="2" charset="2"/>
              </a:defRPr>
            </a:lvl1pPr>
          </a:lstStyle>
          <a:p>
            <a:r>
              <a:rPr lang="en-US"/>
              <a:t>Please insert full size image here. Just use “Insert”  “Images”  “Pictures” for it.</a:t>
            </a:r>
          </a:p>
        </p:txBody>
      </p:sp>
      <p:sp>
        <p:nvSpPr>
          <p:cNvPr id="2" name="Title">
            <a:extLst>
              <a:ext uri="{FF2B5EF4-FFF2-40B4-BE49-F238E27FC236}">
                <a16:creationId xmlns:a16="http://schemas.microsoft.com/office/drawing/2014/main" id="{13BE290B-1C48-088A-09E8-E9AD23184C49}"/>
              </a:ext>
            </a:extLst>
          </p:cNvPr>
          <p:cNvSpPr>
            <a:spLocks noGrp="1"/>
          </p:cNvSpPr>
          <p:nvPr>
            <p:ph type="title"/>
          </p:nvPr>
        </p:nvSpPr>
        <p:spPr>
          <a:xfrm>
            <a:off x="0" y="0"/>
            <a:ext cx="12192000" cy="3812552"/>
          </a:xfrm>
          <a:gradFill flip="none" rotWithShape="1">
            <a:gsLst>
              <a:gs pos="15000">
                <a:schemeClr val="bg2">
                  <a:alpha val="60000"/>
                </a:schemeClr>
              </a:gs>
              <a:gs pos="60000">
                <a:schemeClr val="bg2">
                  <a:alpha val="0"/>
                </a:schemeClr>
              </a:gs>
            </a:gsLst>
            <a:lin ang="4680000" scaled="0"/>
            <a:tileRect/>
          </a:gradFill>
        </p:spPr>
        <p:txBody>
          <a:bodyPr wrap="square" lIns="572400" tIns="536400" rIns="1144800" bIns="1717200">
            <a:spAutoFit/>
          </a:bodyPr>
          <a:lstStyle>
            <a:lvl1pPr>
              <a:lnSpc>
                <a:spcPct val="85000"/>
              </a:lnSpc>
              <a:defRPr sz="6000">
                <a:solidFill>
                  <a:schemeClr val="tx1"/>
                </a:solidFill>
              </a:defRPr>
            </a:lvl1pPr>
          </a:lstStyle>
          <a:p>
            <a:r>
              <a:rPr lang="en-US"/>
              <a:t>Click to edit Master title style</a:t>
            </a:r>
          </a:p>
        </p:txBody>
      </p:sp>
      <p:sp>
        <p:nvSpPr>
          <p:cNvPr id="9" name="Slide Number">
            <a:extLst>
              <a:ext uri="{FF2B5EF4-FFF2-40B4-BE49-F238E27FC236}">
                <a16:creationId xmlns:a16="http://schemas.microsoft.com/office/drawing/2014/main" id="{500A14A6-B7A1-761D-E45E-12C1C9C4831B}"/>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A0B8956D-471A-BDE4-6296-ADF7DE63CF2F}"/>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sp>
        <p:nvSpPr>
          <p:cNvPr id="3" name="INNOMOTICS Logo" descr="INNOMOTICS logo">
            <a:extLst>
              <a:ext uri="{FF2B5EF4-FFF2-40B4-BE49-F238E27FC236}">
                <a16:creationId xmlns:a16="http://schemas.microsoft.com/office/drawing/2014/main" id="{9A2A0957-E8D3-E5D7-1874-9721AFCE7D92}"/>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605300" y="6246000"/>
            <a:ext cx="1015200" cy="2196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p>
        </p:txBody>
      </p:sp>
    </p:spTree>
    <p:extLst>
      <p:ext uri="{BB962C8B-B14F-4D97-AF65-F5344CB8AC3E}">
        <p14:creationId xmlns:p14="http://schemas.microsoft.com/office/powerpoint/2010/main" val="42659274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E1F000"/>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ull image (light) with headlline">
    <p:bg>
      <p:bgRef idx="1001">
        <a:schemeClr val="bg1"/>
      </p:bgRef>
    </p:bg>
    <p:spTree>
      <p:nvGrpSpPr>
        <p:cNvPr id="1" name=""/>
        <p:cNvGrpSpPr/>
        <p:nvPr/>
      </p:nvGrpSpPr>
      <p:grpSpPr>
        <a:xfrm>
          <a:off x="0" y="0"/>
          <a:ext cx="0" cy="0"/>
          <a:chOff x="0" y="0"/>
          <a:chExt cx="0" cy="0"/>
        </a:xfrm>
      </p:grpSpPr>
      <p:sp>
        <p:nvSpPr>
          <p:cNvPr id="8" name="Picture">
            <a:extLst>
              <a:ext uri="{FF2B5EF4-FFF2-40B4-BE49-F238E27FC236}">
                <a16:creationId xmlns:a16="http://schemas.microsoft.com/office/drawing/2014/main" id="{44E10281-C212-AB8C-190B-231486C2B01F}"/>
              </a:ext>
            </a:extLst>
          </p:cNvPr>
          <p:cNvSpPr>
            <a:spLocks noGrp="1"/>
          </p:cNvSpPr>
          <p:nvPr>
            <p:ph type="pic" sz="quarter" idx="13" hasCustomPrompt="1"/>
          </p:nvPr>
        </p:nvSpPr>
        <p:spPr bwMode="ltGray">
          <a:xfrm>
            <a:off x="0" y="0"/>
            <a:ext cx="12192000" cy="6858000"/>
          </a:xfrm>
          <a:solidFill>
            <a:schemeClr val="accent3"/>
          </a:solidFill>
        </p:spPr>
        <p:txBody>
          <a:bodyPr lIns="572400" tIns="529200" rIns="572400" bIns="1144800" anchor="b" anchorCtr="0"/>
          <a:lstStyle>
            <a:lvl1pPr algn="ctr">
              <a:defRPr>
                <a:solidFill>
                  <a:schemeClr val="tx2"/>
                </a:solidFill>
                <a:sym typeface="Wingdings" panose="05000000000000000000" pitchFamily="2" charset="2"/>
              </a:defRPr>
            </a:lvl1pPr>
          </a:lstStyle>
          <a:p>
            <a:r>
              <a:rPr lang="en-US"/>
              <a:t>Please insert full size image here. Just use “Insert”  “Images”  “Pictures” for it.</a:t>
            </a:r>
          </a:p>
        </p:txBody>
      </p:sp>
      <p:sp>
        <p:nvSpPr>
          <p:cNvPr id="7" name="Title">
            <a:extLst>
              <a:ext uri="{FF2B5EF4-FFF2-40B4-BE49-F238E27FC236}">
                <a16:creationId xmlns:a16="http://schemas.microsoft.com/office/drawing/2014/main" id="{229F07C3-3322-861D-6444-8F5F6AB4005B}"/>
              </a:ext>
            </a:extLst>
          </p:cNvPr>
          <p:cNvSpPr>
            <a:spLocks noGrp="1"/>
          </p:cNvSpPr>
          <p:nvPr>
            <p:ph type="title"/>
          </p:nvPr>
        </p:nvSpPr>
        <p:spPr>
          <a:xfrm>
            <a:off x="0" y="0"/>
            <a:ext cx="12192000" cy="3812552"/>
          </a:xfrm>
          <a:gradFill flip="none" rotWithShape="1">
            <a:gsLst>
              <a:gs pos="15000">
                <a:schemeClr val="bg1">
                  <a:alpha val="60000"/>
                </a:schemeClr>
              </a:gs>
              <a:gs pos="60000">
                <a:schemeClr val="bg1">
                  <a:alpha val="0"/>
                </a:schemeClr>
              </a:gs>
            </a:gsLst>
            <a:lin ang="4680000" scaled="0"/>
            <a:tileRect/>
          </a:gradFill>
        </p:spPr>
        <p:txBody>
          <a:bodyPr wrap="square" lIns="572400" tIns="536400" rIns="1144800" bIns="1717200">
            <a:spAutoFit/>
          </a:bodyPr>
          <a:lstStyle>
            <a:lvl1pPr>
              <a:lnSpc>
                <a:spcPct val="85000"/>
              </a:lnSpc>
              <a:defRPr sz="6000">
                <a:solidFill>
                  <a:schemeClr val="tx2"/>
                </a:solidFill>
              </a:defRPr>
            </a:lvl1pPr>
          </a:lstStyle>
          <a:p>
            <a:r>
              <a:rPr lang="en-US"/>
              <a:t>Click to edit Master title style</a:t>
            </a:r>
          </a:p>
        </p:txBody>
      </p:sp>
      <p:sp>
        <p:nvSpPr>
          <p:cNvPr id="9" name="Slide Number">
            <a:extLst>
              <a:ext uri="{FF2B5EF4-FFF2-40B4-BE49-F238E27FC236}">
                <a16:creationId xmlns:a16="http://schemas.microsoft.com/office/drawing/2014/main" id="{285781F7-3257-C26C-AFC1-2FE24314102D}"/>
              </a:ext>
            </a:extLst>
          </p:cNvPr>
          <p:cNvSpPr>
            <a:spLocks noGrp="1" noRot="1" noMove="1" noResize="1" noEditPoints="1" noAdjustHandles="1" noChangeArrowheads="1" noChangeShapeType="1"/>
          </p:cNvSpPr>
          <p:nvPr>
            <p:ph type="sldNum" sz="quarter" idx="15"/>
          </p:nvPr>
        </p:nvSpPr>
        <p:spPr/>
        <p:txBody>
          <a:bodyPr/>
          <a:lstStyle/>
          <a:p>
            <a:fld id="{3AAD6F96-D980-42CA-8BF9-DAD285AFBC3D}" type="slidenum">
              <a:rPr lang="en-US" smtClean="0"/>
              <a:t>‹#›</a:t>
            </a:fld>
            <a:endParaRPr lang="en-US"/>
          </a:p>
        </p:txBody>
      </p:sp>
      <p:sp>
        <p:nvSpPr>
          <p:cNvPr id="6" name="Footer">
            <a:extLst>
              <a:ext uri="{FF2B5EF4-FFF2-40B4-BE49-F238E27FC236}">
                <a16:creationId xmlns:a16="http://schemas.microsoft.com/office/drawing/2014/main" id="{B1AE7EF2-D2DC-95A2-987C-60CBCBC162FA}"/>
              </a:ext>
            </a:extLst>
          </p:cNvPr>
          <p:cNvSpPr>
            <a:spLocks noGrp="1" noRot="1" noMove="1" noResize="1" noEditPoints="1" noAdjustHandles="1" noChangeArrowheads="1" noChangeShapeType="1"/>
          </p:cNvSpPr>
          <p:nvPr>
            <p:ph type="ftr" sz="quarter" idx="14"/>
          </p:nvPr>
        </p:nvSpPr>
        <p:spPr/>
        <p:txBody>
          <a:bodyPr/>
          <a:lstStyle/>
          <a:p>
            <a:r>
              <a:rPr lang="en-US"/>
              <a:t>Restricted | © Innomotics 2025</a:t>
            </a:r>
          </a:p>
        </p:txBody>
      </p:sp>
      <p:sp>
        <p:nvSpPr>
          <p:cNvPr id="2" name="INNOMOTICS Logo" descr="INNOMOTICS logo">
            <a:extLst>
              <a:ext uri="{FF2B5EF4-FFF2-40B4-BE49-F238E27FC236}">
                <a16:creationId xmlns:a16="http://schemas.microsoft.com/office/drawing/2014/main" id="{89C1EB76-2546-5862-B0BB-FDF85599EAEF}"/>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605300" y="6246000"/>
            <a:ext cx="1015200" cy="2196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p>
        </p:txBody>
      </p:sp>
    </p:spTree>
    <p:extLst>
      <p:ext uri="{BB962C8B-B14F-4D97-AF65-F5344CB8AC3E}">
        <p14:creationId xmlns:p14="http://schemas.microsoft.com/office/powerpoint/2010/main" val="30804511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08191F"/>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2B75BE-53B2-80BF-5F29-0F34B9E7A2FA}"/>
              </a:ext>
            </a:extLst>
          </p:cNvPr>
          <p:cNvSpPr>
            <a:spLocks noGrp="1"/>
          </p:cNvSpPr>
          <p:nvPr>
            <p:ph type="title"/>
          </p:nvPr>
        </p:nvSpPr>
        <p:spPr>
          <a:xfrm>
            <a:off x="571500" y="1714499"/>
            <a:ext cx="11048999" cy="2980800"/>
          </a:xfrm>
        </p:spPr>
        <p:txBody>
          <a:bodyPr wrap="square" anchor="b" anchorCtr="0">
            <a:noAutofit/>
          </a:bodyPr>
          <a:lstStyle>
            <a:lvl1pPr>
              <a:lnSpc>
                <a:spcPct val="93000"/>
              </a:lnSpc>
              <a:defRPr sz="4400"/>
            </a:lvl1pPr>
          </a:lstStyle>
          <a:p>
            <a:r>
              <a:rPr lang="en-US"/>
              <a:t>Click to edit Master title style</a:t>
            </a:r>
          </a:p>
        </p:txBody>
      </p:sp>
      <p:sp>
        <p:nvSpPr>
          <p:cNvPr id="11" name="Text">
            <a:extLst>
              <a:ext uri="{FF2B5EF4-FFF2-40B4-BE49-F238E27FC236}">
                <a16:creationId xmlns:a16="http://schemas.microsoft.com/office/drawing/2014/main" id="{CC5F0C93-F65F-89A7-EBE0-783D091058C7}"/>
              </a:ext>
            </a:extLst>
          </p:cNvPr>
          <p:cNvSpPr>
            <a:spLocks noGrp="1"/>
          </p:cNvSpPr>
          <p:nvPr>
            <p:ph type="body" sz="quarter" idx="13"/>
          </p:nvPr>
        </p:nvSpPr>
        <p:spPr>
          <a:xfrm>
            <a:off x="571500" y="4694400"/>
            <a:ext cx="7556499" cy="1018800"/>
          </a:xfrm>
        </p:spPr>
        <p:txBody>
          <a:bodyPr tIns="205200"/>
          <a:lstStyle>
            <a:lvl1pPr>
              <a:lnSpc>
                <a:spcPct val="108000"/>
              </a:lnSpc>
              <a:defRPr sz="2000">
                <a:solidFill>
                  <a:schemeClr val="tx2"/>
                </a:solidFill>
              </a:defRPr>
            </a:lvl1pPr>
            <a:lvl2pPr>
              <a:defRPr sz="2000">
                <a:solidFill>
                  <a:schemeClr val="tx2"/>
                </a:solidFill>
              </a:defRPr>
            </a:lvl2pPr>
            <a:lvl3pPr>
              <a:defRPr sz="2000">
                <a:solidFill>
                  <a:schemeClr val="tx2"/>
                </a:solidFill>
              </a:defRPr>
            </a:lvl3pPr>
            <a:lvl4pPr>
              <a:defRPr sz="2000">
                <a:solidFill>
                  <a:schemeClr val="tx2"/>
                </a:solidFill>
              </a:defRPr>
            </a:lvl4pPr>
            <a:lvl5pPr>
              <a:defRPr sz="2000">
                <a:solidFill>
                  <a:schemeClr val="tx2"/>
                </a:solidFill>
              </a:defRPr>
            </a:lvl5pPr>
          </a:lstStyle>
          <a:p>
            <a:pPr lvl="0"/>
            <a:r>
              <a:rPr lang="en-US"/>
              <a:t>Click to edit Master text styles</a:t>
            </a:r>
          </a:p>
        </p:txBody>
      </p:sp>
      <p:sp>
        <p:nvSpPr>
          <p:cNvPr id="15" name="Quotation marks">
            <a:extLst>
              <a:ext uri="{FF2B5EF4-FFF2-40B4-BE49-F238E27FC236}">
                <a16:creationId xmlns:a16="http://schemas.microsoft.com/office/drawing/2014/main" id="{7AFF8380-FFEA-A991-C750-1C7043402622}"/>
              </a:ext>
              <a:ext uri="{C183D7F6-B498-43B3-948B-1728B52AA6E4}">
                <adec:decorative xmlns:adec="http://schemas.microsoft.com/office/drawing/2017/decorative" val="1"/>
              </a:ext>
            </a:extLst>
          </p:cNvPr>
          <p:cNvSpPr>
            <a:spLocks/>
          </p:cNvSpPr>
          <p:nvPr/>
        </p:nvSpPr>
        <p:spPr bwMode="ltGray">
          <a:xfrm>
            <a:off x="571500" y="0"/>
            <a:ext cx="1016000" cy="1143000"/>
          </a:xfrm>
          <a:custGeom>
            <a:avLst/>
            <a:gdLst>
              <a:gd name="connsiteX0" fmla="*/ 571501 w 1016000"/>
              <a:gd name="connsiteY0" fmla="*/ 0 h 1143000"/>
              <a:gd name="connsiteX1" fmla="*/ 1016000 w 1016000"/>
              <a:gd name="connsiteY1" fmla="*/ 0 h 1143000"/>
              <a:gd name="connsiteX2" fmla="*/ 1016000 w 1016000"/>
              <a:gd name="connsiteY2" fmla="*/ 1143000 h 1143000"/>
              <a:gd name="connsiteX3" fmla="*/ 571501 w 1016000"/>
              <a:gd name="connsiteY3" fmla="*/ 1143000 h 1143000"/>
              <a:gd name="connsiteX4" fmla="*/ 0 w 1016000"/>
              <a:gd name="connsiteY4" fmla="*/ 0 h 1143000"/>
              <a:gd name="connsiteX5" fmla="*/ 444499 w 1016000"/>
              <a:gd name="connsiteY5" fmla="*/ 0 h 1143000"/>
              <a:gd name="connsiteX6" fmla="*/ 444499 w 1016000"/>
              <a:gd name="connsiteY6" fmla="*/ 1143000 h 1143000"/>
              <a:gd name="connsiteX7" fmla="*/ 0 w 1016000"/>
              <a:gd name="connsiteY7" fmla="*/ 1143000 h 114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6000" h="1143000">
                <a:moveTo>
                  <a:pt x="571501" y="0"/>
                </a:moveTo>
                <a:lnTo>
                  <a:pt x="1016000" y="0"/>
                </a:lnTo>
                <a:lnTo>
                  <a:pt x="1016000" y="1143000"/>
                </a:lnTo>
                <a:lnTo>
                  <a:pt x="571501" y="1143000"/>
                </a:lnTo>
                <a:close/>
                <a:moveTo>
                  <a:pt x="0" y="0"/>
                </a:moveTo>
                <a:lnTo>
                  <a:pt x="444499" y="0"/>
                </a:lnTo>
                <a:lnTo>
                  <a:pt x="444499" y="1143000"/>
                </a:lnTo>
                <a:lnTo>
                  <a:pt x="0" y="1143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noAutofit/>
          </a:bodyPr>
          <a:lstStyle/>
          <a:p>
            <a:pPr algn="ctr"/>
            <a:endParaRPr lang="en-US" sz="1600"/>
          </a:p>
        </p:txBody>
      </p:sp>
      <p:sp>
        <p:nvSpPr>
          <p:cNvPr id="8" name="Slide Number">
            <a:extLst>
              <a:ext uri="{FF2B5EF4-FFF2-40B4-BE49-F238E27FC236}">
                <a16:creationId xmlns:a16="http://schemas.microsoft.com/office/drawing/2014/main" id="{9DE075F3-BDA7-19DD-5EB4-08C14375F9F6}"/>
              </a:ext>
            </a:extLst>
          </p:cNvPr>
          <p:cNvSpPr>
            <a:spLocks noGrp="1" noRot="1" noMove="1" noResize="1" noEditPoints="1" noAdjustHandles="1" noChangeArrowheads="1" noChangeShapeType="1"/>
          </p:cNvSpPr>
          <p:nvPr>
            <p:ph type="sldNum" sz="quarter" idx="15"/>
          </p:nvPr>
        </p:nvSpPr>
        <p:spPr/>
        <p:txBody>
          <a:bodyPr/>
          <a:lstStyle/>
          <a:p>
            <a:fld id="{3AAD6F96-D980-42CA-8BF9-DAD285AFBC3D}" type="slidenum">
              <a:rPr lang="en-US" smtClean="0"/>
              <a:t>‹#›</a:t>
            </a:fld>
            <a:endParaRPr lang="en-US"/>
          </a:p>
        </p:txBody>
      </p:sp>
      <p:sp>
        <p:nvSpPr>
          <p:cNvPr id="7" name="Footer">
            <a:extLst>
              <a:ext uri="{FF2B5EF4-FFF2-40B4-BE49-F238E27FC236}">
                <a16:creationId xmlns:a16="http://schemas.microsoft.com/office/drawing/2014/main" id="{99C345B5-3D0B-7AAB-D13C-BFA57A2240DD}"/>
              </a:ext>
            </a:extLst>
          </p:cNvPr>
          <p:cNvSpPr>
            <a:spLocks noGrp="1" noRot="1" noMove="1" noResize="1" noEditPoints="1" noAdjustHandles="1" noChangeArrowheads="1" noChangeShapeType="1"/>
          </p:cNvSpPr>
          <p:nvPr>
            <p:ph type="ftr" sz="quarter" idx="14"/>
          </p:nvPr>
        </p:nvSpPr>
        <p:spPr/>
        <p:txBody>
          <a:bodyPr/>
          <a:lstStyle/>
          <a:p>
            <a:r>
              <a:rPr lang="en-US"/>
              <a:t>Restricted | © Innomotics 2025</a:t>
            </a:r>
          </a:p>
        </p:txBody>
      </p:sp>
      <p:pic>
        <p:nvPicPr>
          <p:cNvPr id="4" name="INNOMOTICS Logo" descr="INNOMOTICS logo">
            <a:extLst>
              <a:ext uri="{FF2B5EF4-FFF2-40B4-BE49-F238E27FC236}">
                <a16:creationId xmlns:a16="http://schemas.microsoft.com/office/drawing/2014/main" id="{036E8AE7-F6CE-7D1A-CC43-9C29F48468D0}"/>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10882972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08191F"/>
          </p15:clr>
        </p15:guide>
        <p15:guide id="20" orient="horz" pos="3240">
          <p15:clr>
            <a:srgbClr val="B4BABB"/>
          </p15:clr>
        </p15:guide>
        <p15:guide id="21" orient="horz" pos="3600">
          <p15:clr>
            <a:srgbClr val="08191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hank you">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2B75BE-53B2-80BF-5F29-0F34B9E7A2FA}"/>
              </a:ext>
            </a:extLst>
          </p:cNvPr>
          <p:cNvSpPr>
            <a:spLocks noGrp="1"/>
          </p:cNvSpPr>
          <p:nvPr>
            <p:ph type="title" hasCustomPrompt="1"/>
          </p:nvPr>
        </p:nvSpPr>
        <p:spPr>
          <a:xfrm>
            <a:off x="571500" y="571500"/>
            <a:ext cx="11048999" cy="4572000"/>
          </a:xfrm>
        </p:spPr>
        <p:txBody>
          <a:bodyPr wrap="square" tIns="432000" bIns="0" anchor="ctr" anchorCtr="1">
            <a:noAutofit/>
          </a:bodyPr>
          <a:lstStyle>
            <a:lvl1pPr algn="ctr">
              <a:lnSpc>
                <a:spcPct val="85000"/>
              </a:lnSpc>
              <a:defRPr sz="11000"/>
            </a:lvl1pPr>
          </a:lstStyle>
          <a:p>
            <a:r>
              <a:rPr lang="en-US"/>
              <a:t>Goodbye formula</a:t>
            </a:r>
          </a:p>
        </p:txBody>
      </p:sp>
      <p:pic>
        <p:nvPicPr>
          <p:cNvPr id="4" name="INNOMOTICS Logo">
            <a:extLst>
              <a:ext uri="{FF2B5EF4-FFF2-40B4-BE49-F238E27FC236}">
                <a16:creationId xmlns:a16="http://schemas.microsoft.com/office/drawing/2014/main" id="{6B631E51-5E90-3B5A-F524-94278BE14CA5}"/>
              </a:ext>
            </a:extLst>
          </p:cNvPr>
          <p:cNvPicPr>
            <a:picLocks noGrp="1" noRo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rcRect/>
          <a:stretch/>
        </p:blipFill>
        <p:spPr>
          <a:xfrm>
            <a:off x="10604500" y="6245106"/>
            <a:ext cx="1016000" cy="220472"/>
          </a:xfrm>
          <a:prstGeom prst="rect">
            <a:avLst/>
          </a:prstGeom>
        </p:spPr>
      </p:pic>
    </p:spTree>
    <p:extLst>
      <p:ext uri="{BB962C8B-B14F-4D97-AF65-F5344CB8AC3E}">
        <p14:creationId xmlns:p14="http://schemas.microsoft.com/office/powerpoint/2010/main" val="31446047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act">
    <p:bg>
      <p:bgRef idx="1001">
        <a:schemeClr val="bg2"/>
      </p:bgRef>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F1026F59-C341-219A-95D1-F1AD700E7D56}"/>
              </a:ext>
            </a:extLst>
          </p:cNvPr>
          <p:cNvSpPr>
            <a:spLocks noGrp="1"/>
          </p:cNvSpPr>
          <p:nvPr>
            <p:ph type="title" hasCustomPrompt="1"/>
          </p:nvPr>
        </p:nvSpPr>
        <p:spPr bwMode="invGray">
          <a:xfrm>
            <a:off x="0" y="1143000"/>
            <a:ext cx="4064000" cy="1143000"/>
          </a:xfrm>
          <a:solidFill>
            <a:schemeClr val="tx2"/>
          </a:solidFill>
        </p:spPr>
        <p:txBody>
          <a:bodyPr lIns="1015200" anchor="ctr" anchorCtr="0"/>
          <a:lstStyle>
            <a:lvl1pPr>
              <a:lnSpc>
                <a:spcPct val="100000"/>
              </a:lnSpc>
              <a:defRPr sz="4400">
                <a:solidFill>
                  <a:schemeClr val="bg1"/>
                </a:solidFill>
              </a:defRPr>
            </a:lvl1pPr>
          </a:lstStyle>
          <a:p>
            <a:r>
              <a:rPr lang="en-US"/>
              <a:t>Add Cont.</a:t>
            </a:r>
          </a:p>
        </p:txBody>
      </p:sp>
      <p:sp>
        <p:nvSpPr>
          <p:cNvPr id="9" name="Contact information">
            <a:extLst>
              <a:ext uri="{FF2B5EF4-FFF2-40B4-BE49-F238E27FC236}">
                <a16:creationId xmlns:a16="http://schemas.microsoft.com/office/drawing/2014/main" id="{9B774D6A-6F81-DA3A-FCE9-BECDE17ED33C}"/>
              </a:ext>
            </a:extLst>
          </p:cNvPr>
          <p:cNvSpPr>
            <a:spLocks noGrp="1"/>
          </p:cNvSpPr>
          <p:nvPr>
            <p:ph type="body" sz="quarter" idx="13"/>
          </p:nvPr>
        </p:nvSpPr>
        <p:spPr>
          <a:xfrm>
            <a:off x="6096000" y="1645200"/>
            <a:ext cx="5524500" cy="4071600"/>
          </a:xfrm>
        </p:spPr>
        <p:txBody>
          <a:bodyPr/>
          <a:lstStyle>
            <a:lvl1pPr defTabSz="252000">
              <a:spcAft>
                <a:spcPts val="1200"/>
              </a:spcAft>
              <a:tabLst>
                <a:tab pos="864000" algn="l"/>
              </a:tabLst>
              <a:defRPr/>
            </a:lvl1pPr>
            <a:lvl2pPr marL="0" indent="0" defTabSz="252000">
              <a:spcAft>
                <a:spcPts val="0"/>
              </a:spcAft>
              <a:buFont typeface="Arial" panose="020B0604020202020204" pitchFamily="34" charset="0"/>
              <a:buNone/>
              <a:tabLst>
                <a:tab pos="864000" algn="l"/>
              </a:tabLst>
              <a:defRPr b="1"/>
            </a:lvl2pPr>
            <a:lvl3pPr marL="0" indent="0" defTabSz="252000">
              <a:spcBef>
                <a:spcPts val="300"/>
              </a:spcBef>
              <a:spcAft>
                <a:spcPts val="0"/>
              </a:spcAft>
              <a:buFont typeface="Arial" panose="020B0604020202020204" pitchFamily="34" charset="0"/>
              <a:buNone/>
              <a:tabLst>
                <a:tab pos="864000" algn="l"/>
              </a:tabLst>
              <a:defRPr/>
            </a:lvl3pPr>
            <a:lvl4pPr marL="0" indent="0" defTabSz="252000">
              <a:spcBef>
                <a:spcPts val="300"/>
              </a:spcBef>
              <a:spcAft>
                <a:spcPts val="1200"/>
              </a:spcAft>
              <a:buFont typeface="Arial" panose="020B0604020202020204" pitchFamily="34" charset="0"/>
              <a:buNone/>
              <a:tabLst>
                <a:tab pos="864000" algn="l"/>
              </a:tabLst>
              <a:defRPr/>
            </a:lvl4pPr>
            <a:lvl5pPr marL="324000" indent="-324000">
              <a:spcBef>
                <a:spcPts val="400"/>
              </a:spcBef>
              <a:spcAft>
                <a:spcPts val="0"/>
              </a:spcAft>
              <a:buFontTx/>
              <a:buBlip>
                <a:blip>
                  <a:extLst>
                    <a:ext uri="{96DAC541-7B7A-43D3-8B79-37D633B846F1}">
                      <asvg:svgBlip xmlns:asvg="http://schemas.microsoft.com/office/drawing/2016/SVG/main" r:embed="rId2"/>
                    </a:ext>
                  </a:extLst>
                </a:blip>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a:extLst>
              <a:ext uri="{FF2B5EF4-FFF2-40B4-BE49-F238E27FC236}">
                <a16:creationId xmlns:a16="http://schemas.microsoft.com/office/drawing/2014/main" id="{24BE5A0F-65E4-97B9-AD32-51C9E41839BE}"/>
              </a:ext>
            </a:extLst>
          </p:cNvPr>
          <p:cNvSpPr>
            <a:spLocks noGrp="1" noRot="1" noMove="1" noResize="1" noEditPoints="1" noAdjustHandles="1" noChangeArrowheads="1" noChangeShapeType="1"/>
          </p:cNvSpPr>
          <p:nvPr>
            <p:ph type="sldNum" sz="quarter" idx="15"/>
          </p:nvPr>
        </p:nvSpPr>
        <p:spPr/>
        <p:txBody>
          <a:bodyPr/>
          <a:lstStyle/>
          <a:p>
            <a:fld id="{3AAD6F96-D980-42CA-8BF9-DAD285AFBC3D}" type="slidenum">
              <a:rPr lang="en-US" smtClean="0"/>
              <a:t>‹#›</a:t>
            </a:fld>
            <a:endParaRPr lang="en-US"/>
          </a:p>
        </p:txBody>
      </p:sp>
      <p:sp>
        <p:nvSpPr>
          <p:cNvPr id="6" name="Footer">
            <a:extLst>
              <a:ext uri="{FF2B5EF4-FFF2-40B4-BE49-F238E27FC236}">
                <a16:creationId xmlns:a16="http://schemas.microsoft.com/office/drawing/2014/main" id="{B95AAD75-843C-9FE3-5971-26F213BA1C81}"/>
              </a:ext>
            </a:extLst>
          </p:cNvPr>
          <p:cNvSpPr>
            <a:spLocks noGrp="1" noRot="1" noMove="1" noResize="1" noEditPoints="1" noAdjustHandles="1" noChangeArrowheads="1" noChangeShapeType="1"/>
          </p:cNvSpPr>
          <p:nvPr>
            <p:ph type="ftr" sz="quarter" idx="14"/>
          </p:nvPr>
        </p:nvSpPr>
        <p:spPr/>
        <p:txBody>
          <a:bodyPr/>
          <a:lstStyle/>
          <a:p>
            <a:r>
              <a:rPr lang="en-US"/>
              <a:t>Restricted | © Innomotics 2025</a:t>
            </a:r>
          </a:p>
        </p:txBody>
      </p:sp>
      <p:sp>
        <p:nvSpPr>
          <p:cNvPr id="4" name="Picture Placeholder 3">
            <a:extLst>
              <a:ext uri="{FF2B5EF4-FFF2-40B4-BE49-F238E27FC236}">
                <a16:creationId xmlns:a16="http://schemas.microsoft.com/office/drawing/2014/main" id="{B8CBF11B-AF76-6387-A33E-FEFA3BC0FF6D}"/>
              </a:ext>
            </a:extLst>
          </p:cNvPr>
          <p:cNvSpPr>
            <a:spLocks noGrp="1"/>
          </p:cNvSpPr>
          <p:nvPr>
            <p:ph type="pic" sz="quarter" idx="16" hasCustomPrompt="1"/>
          </p:nvPr>
        </p:nvSpPr>
        <p:spPr>
          <a:xfrm>
            <a:off x="2032000" y="2857500"/>
            <a:ext cx="2032000" cy="2286000"/>
          </a:xfrm>
        </p:spPr>
        <p:txBody>
          <a:bodyPr lIns="180000" tIns="144000" rIns="180000" bIns="144000"/>
          <a:lstStyle>
            <a:lvl1pPr>
              <a:defRPr/>
            </a:lvl1pPr>
          </a:lstStyle>
          <a:p>
            <a:r>
              <a:rPr lang="en-US"/>
              <a:t>Optional</a:t>
            </a:r>
            <a:br>
              <a:rPr lang="en-US"/>
            </a:br>
            <a:r>
              <a:rPr lang="en-US" err="1"/>
              <a:t>Portait</a:t>
            </a:r>
            <a:endParaRPr lang="en-US"/>
          </a:p>
        </p:txBody>
      </p:sp>
      <p:pic>
        <p:nvPicPr>
          <p:cNvPr id="2" name="INNOMOTICS Logo" descr="INNOMOTICS logo">
            <a:extLst>
              <a:ext uri="{FF2B5EF4-FFF2-40B4-BE49-F238E27FC236}">
                <a16:creationId xmlns:a16="http://schemas.microsoft.com/office/drawing/2014/main" id="{F3361BCF-D0BC-2957-080A-FD6BF44F83DB}"/>
              </a:ext>
            </a:extLst>
          </p:cNvPr>
          <p:cNvPicPr>
            <a:picLocks noGrp="1" noRot="1" noMove="1" noResize="1" noEditPoints="1" noAdjustHandles="1" noChangeArrowheads="1" noChangeShapeType="1" noCrop="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04500" y="6245084"/>
            <a:ext cx="1016000" cy="220516"/>
          </a:xfrm>
          <a:prstGeom prst="rect">
            <a:avLst/>
          </a:prstGeom>
        </p:spPr>
      </p:pic>
    </p:spTree>
    <p:extLst>
      <p:ext uri="{BB962C8B-B14F-4D97-AF65-F5344CB8AC3E}">
        <p14:creationId xmlns:p14="http://schemas.microsoft.com/office/powerpoint/2010/main" val="5159483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Innomotics 2025</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black">
          <a:xfrm>
            <a:off x="10635188" y="6418800"/>
            <a:ext cx="1152000" cy="183168"/>
          </a:xfrm>
          <a:prstGeom prst="rect">
            <a:avLst/>
          </a:prstGeom>
        </p:spPr>
      </p:pic>
    </p:spTree>
    <p:extLst>
      <p:ext uri="{BB962C8B-B14F-4D97-AF65-F5344CB8AC3E}">
        <p14:creationId xmlns:p14="http://schemas.microsoft.com/office/powerpoint/2010/main" val="4214502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7" orient="horz" pos="3885">
          <p15:clr>
            <a:srgbClr val="65CEFF"/>
          </p15:clr>
        </p15:guide>
        <p15:guide id="18" orient="horz" pos="4157">
          <p15:clr>
            <a:srgbClr val="65CEF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1536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graphic">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D6A8C7C-7DFD-15C5-B05F-4DBB14482B6A}"/>
              </a:ext>
            </a:extLst>
          </p:cNvPr>
          <p:cNvSpPr>
            <a:spLocks noGrp="1"/>
          </p:cNvSpPr>
          <p:nvPr>
            <p:ph type="ctrTitle"/>
          </p:nvPr>
        </p:nvSpPr>
        <p:spPr>
          <a:xfrm>
            <a:off x="571500" y="571501"/>
            <a:ext cx="8572500" cy="1911600"/>
          </a:xfrm>
        </p:spPr>
        <p:txBody>
          <a:bodyPr wrap="square" anchor="b" anchorCtr="0">
            <a:noAutofit/>
          </a:bodyPr>
          <a:lstStyle>
            <a:lvl1pPr algn="l">
              <a:lnSpc>
                <a:spcPct val="93000"/>
              </a:lnSpc>
              <a:defRPr sz="7400"/>
            </a:lvl1pPr>
          </a:lstStyle>
          <a:p>
            <a:r>
              <a:rPr lang="de-DE"/>
              <a:t>Mastertitelformat bearbeiten</a:t>
            </a:r>
          </a:p>
        </p:txBody>
      </p:sp>
      <p:sp>
        <p:nvSpPr>
          <p:cNvPr id="3" name="Subtitle">
            <a:extLst>
              <a:ext uri="{FF2B5EF4-FFF2-40B4-BE49-F238E27FC236}">
                <a16:creationId xmlns:a16="http://schemas.microsoft.com/office/drawing/2014/main" id="{1C3C53BD-B101-AD26-4F40-231EE142834E}"/>
              </a:ext>
            </a:extLst>
          </p:cNvPr>
          <p:cNvSpPr>
            <a:spLocks noGrp="1"/>
          </p:cNvSpPr>
          <p:nvPr>
            <p:ph type="subTitle" idx="1"/>
          </p:nvPr>
        </p:nvSpPr>
        <p:spPr>
          <a:xfrm>
            <a:off x="571500" y="2483101"/>
            <a:ext cx="8572500" cy="2088899"/>
          </a:xfrm>
        </p:spPr>
        <p:txBody>
          <a:bodyPr wrap="square" tIns="252000">
            <a:noAutofit/>
          </a:bodyPr>
          <a:lstStyle>
            <a:lvl1pPr marL="0" indent="0" algn="l">
              <a:buNone/>
              <a:defRPr sz="3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5" name="Date">
            <a:extLst>
              <a:ext uri="{FF2B5EF4-FFF2-40B4-BE49-F238E27FC236}">
                <a16:creationId xmlns:a16="http://schemas.microsoft.com/office/drawing/2014/main" id="{ED68D7C4-B1A7-DCD1-7190-71D1FF011285}"/>
              </a:ext>
            </a:extLst>
          </p:cNvPr>
          <p:cNvSpPr>
            <a:spLocks noGrp="1"/>
          </p:cNvSpPr>
          <p:nvPr>
            <p:ph type="body" sz="quarter" idx="10" hasCustomPrompt="1"/>
          </p:nvPr>
        </p:nvSpPr>
        <p:spPr>
          <a:xfrm>
            <a:off x="571500" y="6231600"/>
            <a:ext cx="2476500" cy="288000"/>
          </a:xfrm>
        </p:spPr>
        <p:txBody>
          <a:bodyPr anchor="t" anchorCtr="0"/>
          <a:lstStyle>
            <a:lvl1pPr algn="l">
              <a:defRPr/>
            </a:lvl1pPr>
            <a:lvl2pPr marL="0" indent="0" algn="l">
              <a:buFontTx/>
              <a:buNone/>
              <a:defRPr b="1"/>
            </a:lvl2pPr>
            <a:lvl3pPr marL="0" algn="l">
              <a:lnSpc>
                <a:spcPct val="128000"/>
              </a:lnSpc>
              <a:defRPr sz="1600"/>
            </a:lvl3pPr>
            <a:lvl4pPr marL="0" indent="0" algn="l">
              <a:lnSpc>
                <a:spcPct val="128000"/>
              </a:lnSpc>
              <a:buFont typeface="Arial" panose="020B0604020202020204" pitchFamily="34" charset="0"/>
              <a:buNone/>
              <a:defRPr sz="1600" b="1"/>
            </a:lvl4pPr>
            <a:lvl5pPr marL="0" algn="l">
              <a:lnSpc>
                <a:spcPct val="188000"/>
              </a:lnSpc>
              <a:defRPr sz="1100"/>
            </a:lvl5pPr>
            <a:lvl6pPr marL="0" indent="0" algn="l">
              <a:lnSpc>
                <a:spcPct val="188000"/>
              </a:lnSpc>
              <a:buFont typeface="Arial" panose="020B0604020202020204" pitchFamily="34" charset="0"/>
              <a:buNone/>
              <a:defRPr sz="1100" b="1"/>
            </a:lvl6pPr>
            <a:lvl7pPr marL="0" algn="l">
              <a:defRPr b="0">
                <a:solidFill>
                  <a:schemeClr val="accent5"/>
                </a:solidFill>
              </a:defRPr>
            </a:lvl7pPr>
            <a:lvl8pPr marL="0" indent="0" algn="l">
              <a:lnSpc>
                <a:spcPct val="128000"/>
              </a:lnSpc>
              <a:buFont typeface="Arial" panose="020B0604020202020204" pitchFamily="34" charset="0"/>
              <a:buNone/>
              <a:defRPr sz="1600" b="0">
                <a:solidFill>
                  <a:schemeClr val="accent5"/>
                </a:solidFill>
              </a:defRPr>
            </a:lvl8pPr>
            <a:lvl9pPr marL="0" algn="l">
              <a:lnSpc>
                <a:spcPct val="188000"/>
              </a:lnSpc>
              <a:defRPr sz="1100" b="0">
                <a:solidFill>
                  <a:schemeClr val="accent5"/>
                </a:solidFill>
              </a:defRPr>
            </a:lvl9pPr>
          </a:lstStyle>
          <a:p>
            <a:pPr lvl="0"/>
            <a:r>
              <a:rPr lang="en-US"/>
              <a:t>Presentation date</a:t>
            </a:r>
            <a:endParaRPr lang="de-DE"/>
          </a:p>
        </p:txBody>
      </p:sp>
      <p:pic>
        <p:nvPicPr>
          <p:cNvPr id="6" name="INNOMOTICS Logo" descr="INNOMOTICS – A Siemens Business logo">
            <a:extLst>
              <a:ext uri="{FF2B5EF4-FFF2-40B4-BE49-F238E27FC236}">
                <a16:creationId xmlns:a16="http://schemas.microsoft.com/office/drawing/2014/main" id="{C622DE4E-F8D9-A056-E212-E1C67EABD18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8572499" y="5437322"/>
            <a:ext cx="3048001" cy="1028566"/>
          </a:xfrm>
          <a:prstGeom prst="rect">
            <a:avLst/>
          </a:prstGeom>
        </p:spPr>
      </p:pic>
    </p:spTree>
    <p:extLst>
      <p:ext uri="{BB962C8B-B14F-4D97-AF65-F5344CB8AC3E}">
        <p14:creationId xmlns:p14="http://schemas.microsoft.com/office/powerpoint/2010/main" val="10865650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plit format">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D6A8C7C-7DFD-15C5-B05F-4DBB14482B6A}"/>
              </a:ext>
            </a:extLst>
          </p:cNvPr>
          <p:cNvSpPr>
            <a:spLocks noGrp="1"/>
          </p:cNvSpPr>
          <p:nvPr>
            <p:ph type="ctrTitle"/>
          </p:nvPr>
        </p:nvSpPr>
        <p:spPr>
          <a:xfrm>
            <a:off x="6667500" y="571500"/>
            <a:ext cx="4953000" cy="2448000"/>
          </a:xfrm>
        </p:spPr>
        <p:txBody>
          <a:bodyPr wrap="square" anchor="b">
            <a:noAutofit/>
          </a:bodyPr>
          <a:lstStyle>
            <a:lvl1pPr algn="l">
              <a:lnSpc>
                <a:spcPct val="93000"/>
              </a:lnSpc>
              <a:defRPr sz="6000">
                <a:solidFill>
                  <a:schemeClr val="tx2"/>
                </a:solidFill>
              </a:defRPr>
            </a:lvl1pPr>
          </a:lstStyle>
          <a:p>
            <a:r>
              <a:rPr lang="de-DE" noProof="0"/>
              <a:t>Mastertitelformat bearbeiten</a:t>
            </a:r>
            <a:endParaRPr lang="en-US" noProof="0"/>
          </a:p>
        </p:txBody>
      </p:sp>
      <p:sp>
        <p:nvSpPr>
          <p:cNvPr id="3" name="Subtitle">
            <a:extLst>
              <a:ext uri="{FF2B5EF4-FFF2-40B4-BE49-F238E27FC236}">
                <a16:creationId xmlns:a16="http://schemas.microsoft.com/office/drawing/2014/main" id="{1C3C53BD-B101-AD26-4F40-231EE142834E}"/>
              </a:ext>
            </a:extLst>
          </p:cNvPr>
          <p:cNvSpPr>
            <a:spLocks noGrp="1"/>
          </p:cNvSpPr>
          <p:nvPr>
            <p:ph type="subTitle" idx="1"/>
          </p:nvPr>
        </p:nvSpPr>
        <p:spPr>
          <a:xfrm>
            <a:off x="6667500" y="3019500"/>
            <a:ext cx="4953000" cy="704319"/>
          </a:xfrm>
        </p:spPr>
        <p:txBody>
          <a:bodyPr wrap="square" tIns="324000">
            <a:spAutoFit/>
          </a:bodyPr>
          <a:lstStyle>
            <a:lvl1pPr marL="0" indent="0" algn="l">
              <a:lnSpc>
                <a:spcPct val="113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a:t>Master-Untertitelformat bearbeiten</a:t>
            </a:r>
            <a:endParaRPr lang="en-US" noProof="0"/>
          </a:p>
        </p:txBody>
      </p:sp>
      <p:sp>
        <p:nvSpPr>
          <p:cNvPr id="7" name="Title image">
            <a:extLst>
              <a:ext uri="{FF2B5EF4-FFF2-40B4-BE49-F238E27FC236}">
                <a16:creationId xmlns:a16="http://schemas.microsoft.com/office/drawing/2014/main" id="{9F848A1D-B544-B369-8827-6059D4324240}"/>
              </a:ext>
            </a:extLst>
          </p:cNvPr>
          <p:cNvSpPr>
            <a:spLocks noGrp="1"/>
          </p:cNvSpPr>
          <p:nvPr>
            <p:ph type="pic" sz="quarter" idx="10" hasCustomPrompt="1"/>
          </p:nvPr>
        </p:nvSpPr>
        <p:spPr bwMode="ltGray">
          <a:xfrm>
            <a:off x="0" y="0"/>
            <a:ext cx="6096000" cy="6858000"/>
          </a:xfrm>
          <a:solidFill>
            <a:schemeClr val="accent4"/>
          </a:solidFill>
        </p:spPr>
        <p:txBody>
          <a:bodyPr lIns="572400" tIns="529200" rIns="0"/>
          <a:lstStyle>
            <a:lvl1pPr>
              <a:lnSpc>
                <a:spcPct val="100000"/>
              </a:lnSpc>
              <a:defRPr/>
            </a:lvl1pPr>
          </a:lstStyle>
          <a:p>
            <a:r>
              <a:rPr lang="en-US" noProof="0"/>
              <a:t>Please insert title image here</a:t>
            </a:r>
          </a:p>
        </p:txBody>
      </p:sp>
      <p:sp>
        <p:nvSpPr>
          <p:cNvPr id="4" name="Date">
            <a:extLst>
              <a:ext uri="{FF2B5EF4-FFF2-40B4-BE49-F238E27FC236}">
                <a16:creationId xmlns:a16="http://schemas.microsoft.com/office/drawing/2014/main" id="{D96365CA-D54F-011B-00F3-9CD4CDF1246F}"/>
              </a:ext>
            </a:extLst>
          </p:cNvPr>
          <p:cNvSpPr>
            <a:spLocks noGrp="1"/>
          </p:cNvSpPr>
          <p:nvPr>
            <p:ph type="body" sz="quarter" idx="11" hasCustomPrompt="1"/>
          </p:nvPr>
        </p:nvSpPr>
        <p:spPr>
          <a:xfrm>
            <a:off x="6667500" y="6286500"/>
            <a:ext cx="1460500" cy="216000"/>
          </a:xfrm>
        </p:spPr>
        <p:txBody>
          <a:bodyPr anchor="t" anchorCtr="0"/>
          <a:lstStyle>
            <a:lvl1pPr algn="l">
              <a:lnSpc>
                <a:spcPct val="132000"/>
              </a:lnSpc>
              <a:defRPr sz="1200"/>
            </a:lvl1pPr>
            <a:lvl2pPr marL="0" indent="0" algn="l">
              <a:lnSpc>
                <a:spcPct val="132000"/>
              </a:lnSpc>
              <a:buFontTx/>
              <a:buNone/>
              <a:defRPr sz="1200" b="1"/>
            </a:lvl2pPr>
            <a:lvl3pPr marL="0" indent="0" algn="l">
              <a:lnSpc>
                <a:spcPct val="143000"/>
              </a:lnSpc>
              <a:buFont typeface="Arial" panose="020B0604020202020204" pitchFamily="34" charset="0"/>
              <a:buNone/>
              <a:defRPr sz="1100"/>
            </a:lvl3pPr>
            <a:lvl4pPr marL="0" indent="0" algn="l">
              <a:lnSpc>
                <a:spcPct val="143000"/>
              </a:lnSpc>
              <a:buFontTx/>
              <a:buNone/>
              <a:defRPr sz="1100" b="1"/>
            </a:lvl4pPr>
            <a:lvl5pPr marL="0" algn="l">
              <a:lnSpc>
                <a:spcPct val="155000"/>
              </a:lnSpc>
              <a:defRPr sz="1000" b="0"/>
            </a:lvl5pPr>
            <a:lvl6pPr marL="0" indent="0" algn="l">
              <a:lnSpc>
                <a:spcPct val="155000"/>
              </a:lnSpc>
              <a:buFont typeface="Arial" panose="020B0604020202020204" pitchFamily="34" charset="0"/>
              <a:buNone/>
              <a:defRPr sz="1000" b="1"/>
            </a:lvl6pPr>
            <a:lvl7pPr marL="0" algn="l">
              <a:lnSpc>
                <a:spcPct val="128000"/>
              </a:lnSpc>
              <a:defRPr sz="1200" b="0">
                <a:solidFill>
                  <a:schemeClr val="accent5"/>
                </a:solidFill>
              </a:defRPr>
            </a:lvl7pPr>
            <a:lvl8pPr marL="0" indent="0" algn="l">
              <a:lnSpc>
                <a:spcPct val="143000"/>
              </a:lnSpc>
              <a:buFont typeface="Arial" panose="020B0604020202020204" pitchFamily="34" charset="0"/>
              <a:buNone/>
              <a:defRPr sz="1100" b="0">
                <a:solidFill>
                  <a:schemeClr val="accent5"/>
                </a:solidFill>
              </a:defRPr>
            </a:lvl8pPr>
            <a:lvl9pPr marL="0" indent="0" algn="l">
              <a:lnSpc>
                <a:spcPct val="155000"/>
              </a:lnSpc>
              <a:buFont typeface="Arial" panose="020B0604020202020204" pitchFamily="34" charset="0"/>
              <a:buNone/>
              <a:tabLst>
                <a:tab pos="1163638" algn="l"/>
              </a:tabLst>
              <a:defRPr sz="1000" b="0">
                <a:solidFill>
                  <a:schemeClr val="accent5"/>
                </a:solidFill>
              </a:defRPr>
            </a:lvl9pPr>
          </a:lstStyle>
          <a:p>
            <a:pPr lvl="0"/>
            <a:r>
              <a:rPr lang="en-US"/>
              <a:t>Presentation date</a:t>
            </a:r>
            <a:endParaRPr lang="de-DE"/>
          </a:p>
        </p:txBody>
      </p:sp>
      <p:pic>
        <p:nvPicPr>
          <p:cNvPr id="6" name="INNOMOTICS Logo" descr="INNOMOTICS – A Siemens Business logo">
            <a:extLst>
              <a:ext uri="{FF2B5EF4-FFF2-40B4-BE49-F238E27FC236}">
                <a16:creationId xmlns:a16="http://schemas.microsoft.com/office/drawing/2014/main" id="{C4A01F40-C6CF-D2E4-9288-FE1FEE2E8A90}"/>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9588500" y="5780178"/>
            <a:ext cx="2032000" cy="685710"/>
          </a:xfrm>
          <a:prstGeom prst="rect">
            <a:avLst/>
          </a:prstGeom>
        </p:spPr>
      </p:pic>
    </p:spTree>
    <p:extLst>
      <p:ext uri="{BB962C8B-B14F-4D97-AF65-F5344CB8AC3E}">
        <p14:creationId xmlns:p14="http://schemas.microsoft.com/office/powerpoint/2010/main" val="28657234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guide id="23" pos="4200">
          <p15:clr>
            <a:srgbClr val="08191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12" name="Background">
            <a:extLst>
              <a:ext uri="{FF2B5EF4-FFF2-40B4-BE49-F238E27FC236}">
                <a16:creationId xmlns:a16="http://schemas.microsoft.com/office/drawing/2014/main" id="{7571532F-637A-5AF5-28B6-73CB35502B54}"/>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0" y="0"/>
            <a:ext cx="9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600"/>
          </a:p>
        </p:txBody>
      </p:sp>
      <p:sp>
        <p:nvSpPr>
          <p:cNvPr id="6" name="Title">
            <a:extLst>
              <a:ext uri="{FF2B5EF4-FFF2-40B4-BE49-F238E27FC236}">
                <a16:creationId xmlns:a16="http://schemas.microsoft.com/office/drawing/2014/main" id="{427EF23D-9FE7-3CDF-2CAC-125209224246}"/>
              </a:ext>
            </a:extLst>
          </p:cNvPr>
          <p:cNvSpPr>
            <a:spLocks noGrp="1"/>
          </p:cNvSpPr>
          <p:nvPr>
            <p:ph type="title" hasCustomPrompt="1"/>
          </p:nvPr>
        </p:nvSpPr>
        <p:spPr bwMode="white">
          <a:xfrm>
            <a:off x="571501" y="457200"/>
            <a:ext cx="7999200" cy="1186200"/>
          </a:xfrm>
        </p:spPr>
        <p:txBody>
          <a:bodyPr>
            <a:noAutofit/>
          </a:bodyPr>
          <a:lstStyle>
            <a:lvl1pPr>
              <a:lnSpc>
                <a:spcPct val="93000"/>
              </a:lnSpc>
              <a:defRPr sz="6000">
                <a:solidFill>
                  <a:schemeClr val="bg2"/>
                </a:solidFill>
              </a:defRPr>
            </a:lvl1pPr>
          </a:lstStyle>
          <a:p>
            <a:r>
              <a:rPr lang="en-US"/>
              <a:t>Table of content</a:t>
            </a:r>
            <a:endParaRPr lang="de-DE"/>
          </a:p>
        </p:txBody>
      </p:sp>
      <p:sp>
        <p:nvSpPr>
          <p:cNvPr id="14" name="Text">
            <a:extLst>
              <a:ext uri="{FF2B5EF4-FFF2-40B4-BE49-F238E27FC236}">
                <a16:creationId xmlns:a16="http://schemas.microsoft.com/office/drawing/2014/main" id="{2777FE00-830D-7844-270A-AF3C8220FD13}"/>
              </a:ext>
            </a:extLst>
          </p:cNvPr>
          <p:cNvSpPr>
            <a:spLocks noGrp="1"/>
          </p:cNvSpPr>
          <p:nvPr>
            <p:ph type="body" sz="quarter" idx="18" hasCustomPrompt="1"/>
          </p:nvPr>
        </p:nvSpPr>
        <p:spPr>
          <a:xfrm>
            <a:off x="571500" y="1645200"/>
            <a:ext cx="444500" cy="4071600"/>
          </a:xfrm>
        </p:spPr>
        <p:txBody>
          <a:bodyPr lIns="0" rIns="0"/>
          <a:lstStyle>
            <a:lvl1pPr algn="l">
              <a:lnSpc>
                <a:spcPct val="114000"/>
              </a:lnSpc>
              <a:spcAft>
                <a:spcPts val="2100"/>
              </a:spcAft>
              <a:tabLst/>
              <a:defRPr>
                <a:solidFill>
                  <a:schemeClr val="bg2"/>
                </a:solidFill>
              </a:defRPr>
            </a:lvl1pPr>
            <a:lvl2pPr marL="0" indent="0" algn="l">
              <a:lnSpc>
                <a:spcPct val="114000"/>
              </a:lnSpc>
              <a:spcAft>
                <a:spcPts val="2100"/>
              </a:spcAft>
              <a:buFont typeface="Arial" panose="020B0604020202020204" pitchFamily="34" charset="0"/>
              <a:buNone/>
              <a:tabLst/>
              <a:defRPr b="1">
                <a:solidFill>
                  <a:schemeClr val="bg2"/>
                </a:solidFill>
              </a:defRPr>
            </a:lvl2pPr>
            <a:lvl3pPr marL="0" indent="0" algn="l">
              <a:lnSpc>
                <a:spcPct val="114000"/>
              </a:lnSpc>
              <a:spcAft>
                <a:spcPts val="2100"/>
              </a:spcAft>
              <a:buNone/>
              <a:tabLst/>
              <a:defRPr>
                <a:solidFill>
                  <a:schemeClr val="bg1"/>
                </a:solidFill>
              </a:defRPr>
            </a:lvl3pPr>
            <a:lvl4pPr marL="0" indent="0" algn="l">
              <a:lnSpc>
                <a:spcPct val="114000"/>
              </a:lnSpc>
              <a:spcAft>
                <a:spcPts val="2100"/>
              </a:spcAft>
              <a:buFont typeface="Arial" panose="020B0604020202020204" pitchFamily="34" charset="0"/>
              <a:buNone/>
              <a:tabLst/>
              <a:defRPr b="1">
                <a:solidFill>
                  <a:schemeClr val="bg1"/>
                </a:solidFill>
              </a:defRPr>
            </a:lvl4pPr>
            <a:lvl5pPr marL="0" indent="0" algn="l">
              <a:lnSpc>
                <a:spcPct val="114000"/>
              </a:lnSpc>
              <a:spcAft>
                <a:spcPts val="700"/>
              </a:spcAft>
              <a:buFont typeface="Arial" panose="020B0604020202020204" pitchFamily="34" charset="0"/>
              <a:buNone/>
              <a:defRPr>
                <a:solidFill>
                  <a:schemeClr val="bg2"/>
                </a:solidFill>
              </a:defRPr>
            </a:lvl5pPr>
            <a:lvl6pPr marL="0" indent="0" algn="l">
              <a:lnSpc>
                <a:spcPct val="114000"/>
              </a:lnSpc>
              <a:spcAft>
                <a:spcPts val="700"/>
              </a:spcAft>
              <a:buFont typeface="Arial" panose="020B0604020202020204" pitchFamily="34" charset="0"/>
              <a:buNone/>
              <a:defRPr b="1">
                <a:solidFill>
                  <a:schemeClr val="bg2"/>
                </a:solidFill>
              </a:defRPr>
            </a:lvl6pPr>
            <a:lvl7pPr marL="0" indent="0" algn="l">
              <a:lnSpc>
                <a:spcPct val="114000"/>
              </a:lnSpc>
              <a:spcAft>
                <a:spcPts val="700"/>
              </a:spcAft>
              <a:buFont typeface="Arial" panose="020B0604020202020204" pitchFamily="34" charset="0"/>
              <a:buNone/>
              <a:defRPr>
                <a:solidFill>
                  <a:schemeClr val="bg1"/>
                </a:solidFill>
              </a:defRPr>
            </a:lvl7pPr>
            <a:lvl8pPr marL="0" indent="0" algn="l">
              <a:spcAft>
                <a:spcPts val="700"/>
              </a:spcAft>
              <a:buFont typeface="Arial" panose="020B0604020202020204" pitchFamily="34" charset="0"/>
              <a:buNone/>
              <a:defRPr b="1">
                <a:solidFill>
                  <a:schemeClr val="bg1"/>
                </a:solidFill>
              </a:defRPr>
            </a:lvl8pPr>
            <a:lvl9pPr marL="0" indent="0" algn="r">
              <a:buFont typeface="Arial" panose="020B0604020202020204" pitchFamily="34" charset="0"/>
              <a:buNone/>
              <a:defRPr b="1">
                <a:solidFill>
                  <a:schemeClr val="bg2"/>
                </a:solidFill>
              </a:defRPr>
            </a:lvl9pPr>
          </a:lstStyle>
          <a:p>
            <a:pPr lvl="0"/>
            <a:r>
              <a:rPr lang="en-US"/>
              <a:t>01</a:t>
            </a:r>
          </a:p>
          <a:p>
            <a:pPr lvl="1"/>
            <a:r>
              <a:rPr lang="en-US"/>
              <a:t>02</a:t>
            </a:r>
          </a:p>
          <a:p>
            <a:pPr lvl="2"/>
            <a:r>
              <a:rPr lang="en-US"/>
              <a:t>03</a:t>
            </a:r>
          </a:p>
          <a:p>
            <a:pPr lvl="3"/>
            <a:r>
              <a:rPr lang="en-US"/>
              <a:t>04</a:t>
            </a:r>
          </a:p>
          <a:p>
            <a:pPr lvl="4"/>
            <a:r>
              <a:rPr lang="en-US"/>
              <a:t>05</a:t>
            </a:r>
          </a:p>
          <a:p>
            <a:pPr lvl="5"/>
            <a:r>
              <a:rPr lang="en-US"/>
              <a:t>06</a:t>
            </a:r>
          </a:p>
          <a:p>
            <a:pPr lvl="6"/>
            <a:r>
              <a:rPr lang="en-US"/>
              <a:t>07</a:t>
            </a:r>
          </a:p>
          <a:p>
            <a:pPr lvl="7"/>
            <a:r>
              <a:rPr lang="en-US"/>
              <a:t>08</a:t>
            </a:r>
          </a:p>
        </p:txBody>
      </p:sp>
      <p:sp>
        <p:nvSpPr>
          <p:cNvPr id="11" name="Text">
            <a:extLst>
              <a:ext uri="{FF2B5EF4-FFF2-40B4-BE49-F238E27FC236}">
                <a16:creationId xmlns:a16="http://schemas.microsoft.com/office/drawing/2014/main" id="{56836E24-7031-EF31-67A4-BA5D94DD7C53}"/>
              </a:ext>
            </a:extLst>
          </p:cNvPr>
          <p:cNvSpPr>
            <a:spLocks noGrp="1"/>
          </p:cNvSpPr>
          <p:nvPr>
            <p:ph type="body" sz="quarter" idx="14"/>
          </p:nvPr>
        </p:nvSpPr>
        <p:spPr>
          <a:xfrm>
            <a:off x="1015999" y="1645200"/>
            <a:ext cx="7554702" cy="4069800"/>
          </a:xfrm>
        </p:spPr>
        <p:txBody>
          <a:bodyPr lIns="442800" rIns="0"/>
          <a:lstStyle>
            <a:lvl1pPr algn="l">
              <a:lnSpc>
                <a:spcPct val="114000"/>
              </a:lnSpc>
              <a:spcAft>
                <a:spcPts val="2100"/>
              </a:spcAft>
              <a:tabLst/>
              <a:defRPr>
                <a:solidFill>
                  <a:schemeClr val="bg1"/>
                </a:solidFill>
              </a:defRPr>
            </a:lvl1pPr>
            <a:lvl2pPr marL="0" indent="0" algn="l">
              <a:lnSpc>
                <a:spcPct val="114000"/>
              </a:lnSpc>
              <a:spcAft>
                <a:spcPts val="2100"/>
              </a:spcAft>
              <a:buFont typeface="Arial" panose="020B0604020202020204" pitchFamily="34" charset="0"/>
              <a:buNone/>
              <a:tabLst/>
              <a:defRPr b="1">
                <a:solidFill>
                  <a:schemeClr val="bg1"/>
                </a:solidFill>
              </a:defRPr>
            </a:lvl2pPr>
            <a:lvl3pPr marL="0" indent="0" algn="l">
              <a:lnSpc>
                <a:spcPct val="114000"/>
              </a:lnSpc>
              <a:spcAft>
                <a:spcPts val="2100"/>
              </a:spcAft>
              <a:buNone/>
              <a:tabLst/>
              <a:defRPr>
                <a:solidFill>
                  <a:schemeClr val="bg2"/>
                </a:solidFill>
              </a:defRPr>
            </a:lvl3pPr>
            <a:lvl4pPr marL="0" indent="0" algn="l">
              <a:lnSpc>
                <a:spcPct val="114000"/>
              </a:lnSpc>
              <a:spcAft>
                <a:spcPts val="2100"/>
              </a:spcAft>
              <a:buFont typeface="Arial" panose="020B0604020202020204" pitchFamily="34" charset="0"/>
              <a:buNone/>
              <a:tabLst/>
              <a:defRPr b="1">
                <a:solidFill>
                  <a:schemeClr val="bg2"/>
                </a:solidFill>
              </a:defRPr>
            </a:lvl4pPr>
            <a:lvl5pPr marL="0" indent="0" algn="l">
              <a:lnSpc>
                <a:spcPct val="114000"/>
              </a:lnSpc>
              <a:spcAft>
                <a:spcPts val="700"/>
              </a:spcAft>
              <a:buFont typeface="Arial" panose="020B0604020202020204" pitchFamily="34" charset="0"/>
              <a:buNone/>
              <a:defRPr>
                <a:solidFill>
                  <a:schemeClr val="bg1"/>
                </a:solidFill>
              </a:defRPr>
            </a:lvl5pPr>
            <a:lvl6pPr marL="0" indent="0">
              <a:lnSpc>
                <a:spcPct val="114000"/>
              </a:lnSpc>
              <a:spcAft>
                <a:spcPts val="700"/>
              </a:spcAft>
              <a:buFont typeface="Arial" panose="020B0604020202020204" pitchFamily="34" charset="0"/>
              <a:buNone/>
              <a:defRPr b="1">
                <a:solidFill>
                  <a:schemeClr val="bg1"/>
                </a:solidFill>
              </a:defRPr>
            </a:lvl6pPr>
            <a:lvl7pPr marL="0" indent="0">
              <a:lnSpc>
                <a:spcPct val="114000"/>
              </a:lnSpc>
              <a:spcAft>
                <a:spcPts val="700"/>
              </a:spcAft>
              <a:buFont typeface="Arial" panose="020B0604020202020204" pitchFamily="34" charset="0"/>
              <a:buNone/>
              <a:defRPr>
                <a:solidFill>
                  <a:schemeClr val="bg2"/>
                </a:solidFill>
              </a:defRPr>
            </a:lvl7pPr>
            <a:lvl8pPr marL="0" indent="0">
              <a:spcAft>
                <a:spcPts val="700"/>
              </a:spcAft>
              <a:buFont typeface="Arial" panose="020B0604020202020204" pitchFamily="34" charset="0"/>
              <a:buNone/>
              <a:defRPr b="1">
                <a:solidFill>
                  <a:schemeClr val="bg2"/>
                </a:solidFill>
              </a:defRPr>
            </a:lvl8pPr>
            <a:lvl9pPr marL="324000" indent="-324000">
              <a:buFontTx/>
              <a:buBlip>
                <a:blip>
                  <a:extLst>
                    <a:ext uri="{96DAC541-7B7A-43D3-8B79-37D633B846F1}">
                      <asvg:svgBlip xmlns:asvg="http://schemas.microsoft.com/office/drawing/2016/SVG/main" r:embed="rId2"/>
                    </a:ext>
                  </a:extLst>
                </a:blip>
              </a:buBlip>
              <a:defRPr>
                <a:solidFill>
                  <a:schemeClr val="bg2"/>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Slide Number">
            <a:extLst>
              <a:ext uri="{FF2B5EF4-FFF2-40B4-BE49-F238E27FC236}">
                <a16:creationId xmlns:a16="http://schemas.microsoft.com/office/drawing/2014/main" id="{47A85A69-4A48-E16D-0DC6-B54E521DF0D6}"/>
              </a:ext>
            </a:extLst>
          </p:cNvPr>
          <p:cNvSpPr>
            <a:spLocks noGrp="1" noRot="1" noMove="1" noResize="1" noEditPoints="1" noAdjustHandles="1" noChangeArrowheads="1" noChangeShapeType="1"/>
          </p:cNvSpPr>
          <p:nvPr>
            <p:ph type="sldNum" sz="quarter" idx="20"/>
          </p:nvPr>
        </p:nvSpPr>
        <p:spPr/>
        <p:txBody>
          <a:bodyPr/>
          <a:lstStyle>
            <a:lvl1pPr>
              <a:defRPr>
                <a:solidFill>
                  <a:schemeClr val="bg1"/>
                </a:solidFill>
              </a:defRPr>
            </a:lvl1pPr>
          </a:lstStyle>
          <a:p>
            <a:fld id="{137D8BA7-682C-4331-A81D-840B761D64DF}" type="slidenum">
              <a:rPr lang="en-US" smtClean="0"/>
              <a:pPr/>
              <a:t>‹#›</a:t>
            </a:fld>
            <a:endParaRPr lang="en-US"/>
          </a:p>
        </p:txBody>
      </p:sp>
      <p:sp>
        <p:nvSpPr>
          <p:cNvPr id="5" name="Footer">
            <a:extLst>
              <a:ext uri="{FF2B5EF4-FFF2-40B4-BE49-F238E27FC236}">
                <a16:creationId xmlns:a16="http://schemas.microsoft.com/office/drawing/2014/main" id="{718641E0-2E38-9FD9-673C-431FB5E36FED}"/>
              </a:ext>
            </a:extLst>
          </p:cNvPr>
          <p:cNvSpPr>
            <a:spLocks noGrp="1" noRot="1" noMove="1" noResize="1" noEditPoints="1" noAdjustHandles="1" noChangeArrowheads="1" noChangeShapeType="1"/>
          </p:cNvSpPr>
          <p:nvPr>
            <p:ph type="ftr" sz="quarter" idx="19"/>
          </p:nvPr>
        </p:nvSpPr>
        <p:spPr/>
        <p:txBody>
          <a:bodyPr/>
          <a:lstStyle>
            <a:lvl1pPr>
              <a:defRPr>
                <a:solidFill>
                  <a:schemeClr val="bg1"/>
                </a:solidFill>
              </a:defRPr>
            </a:lvl1pPr>
          </a:lstStyle>
          <a:p>
            <a:r>
              <a:rPr lang="en-US"/>
              <a:t>Restricted | © Innomotics 2025</a:t>
            </a:r>
          </a:p>
        </p:txBody>
      </p:sp>
      <p:pic>
        <p:nvPicPr>
          <p:cNvPr id="4" name="INNOMOTICS Logo" descr="INNOMOTICS – A Siemens Business logo">
            <a:extLst>
              <a:ext uri="{FF2B5EF4-FFF2-40B4-BE49-F238E27FC236}">
                <a16:creationId xmlns:a16="http://schemas.microsoft.com/office/drawing/2014/main" id="{1F86D5C1-35E7-55E8-2690-7FF6125E3F8D}"/>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37186770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E1F000"/>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71">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guide id="24" pos="5405">
          <p15:clr>
            <a:srgbClr val="E1F00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Headline bold, content (smal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D4001BA-D84F-2C69-9D93-0B61E5E0FB72}"/>
              </a:ext>
            </a:extLst>
          </p:cNvPr>
          <p:cNvSpPr>
            <a:spLocks noGrp="1"/>
          </p:cNvSpPr>
          <p:nvPr>
            <p:ph type="title"/>
          </p:nvPr>
        </p:nvSpPr>
        <p:spPr>
          <a:xfrm>
            <a:off x="571500" y="489600"/>
            <a:ext cx="7556500" cy="1224000"/>
          </a:xfrm>
        </p:spPr>
        <p:txBody>
          <a:bodyPr/>
          <a:lstStyle>
            <a:lvl1pPr>
              <a:lnSpc>
                <a:spcPct val="93000"/>
              </a:lnSpc>
              <a:defRPr sz="3600"/>
            </a:lvl1pPr>
          </a:lstStyle>
          <a:p>
            <a:r>
              <a:rPr lang="de-DE"/>
              <a:t>Mastertitelformat bearbeiten</a:t>
            </a:r>
          </a:p>
        </p:txBody>
      </p:sp>
      <p:sp>
        <p:nvSpPr>
          <p:cNvPr id="3" name="Content">
            <a:extLst>
              <a:ext uri="{FF2B5EF4-FFF2-40B4-BE49-F238E27FC236}">
                <a16:creationId xmlns:a16="http://schemas.microsoft.com/office/drawing/2014/main" id="{A64283F3-0A58-A18C-74D0-2299AEA1121F}"/>
              </a:ext>
            </a:extLst>
          </p:cNvPr>
          <p:cNvSpPr>
            <a:spLocks noGrp="1"/>
          </p:cNvSpPr>
          <p:nvPr>
            <p:ph idx="1"/>
          </p:nvPr>
        </p:nvSpPr>
        <p:spPr bwMode="gray">
          <a:xfrm>
            <a:off x="578738" y="2059200"/>
            <a:ext cx="7556500" cy="3655800"/>
          </a:xfrm>
        </p:spPr>
        <p:txBody>
          <a:bodyPr/>
          <a:lstStyle>
            <a:lvl1pPr>
              <a:spcAft>
                <a:spcPts val="600"/>
              </a:spcAft>
              <a:defRPr/>
            </a:lvl1pPr>
            <a:lvl2pPr marL="324000" indent="-324000">
              <a:spcAft>
                <a:spcPts val="600"/>
              </a:spcAft>
              <a:buFontTx/>
              <a:buBlip>
                <a:blip>
                  <a:extLst>
                    <a:ext uri="{96DAC541-7B7A-43D3-8B79-37D633B846F1}">
                      <asvg:svgBlip xmlns:asvg="http://schemas.microsoft.com/office/drawing/2016/SVG/main" r:embed="rId2"/>
                    </a:ext>
                  </a:extLst>
                </a:blip>
              </a:buBlip>
              <a:defRPr/>
            </a:lvl2pPr>
            <a:lvl3pPr>
              <a:spcAft>
                <a:spcPts val="600"/>
              </a:spcAft>
              <a:defRPr/>
            </a:lvl3pPr>
            <a:lvl4pPr marL="648000" indent="-324000">
              <a:spcAft>
                <a:spcPts val="600"/>
              </a:spcAft>
              <a:buFontTx/>
              <a:buBlip>
                <a:blip>
                  <a:extLst>
                    <a:ext uri="{96DAC541-7B7A-43D3-8B79-37D633B846F1}">
                      <asvg:svgBlip xmlns:asvg="http://schemas.microsoft.com/office/drawing/2016/SVG/main" r:embed="rId2"/>
                    </a:ext>
                  </a:extLst>
                </a:blip>
              </a:buBlip>
              <a:defRPr/>
            </a:lvl4pPr>
            <a:lvl5pPr>
              <a:spcAft>
                <a:spcPts val="600"/>
              </a:spcAft>
              <a:defRPr/>
            </a:lvl5pPr>
            <a:lvl6pPr marL="324000" indent="-324000">
              <a:buFontTx/>
              <a:buBlip>
                <a:blip>
                  <a:extLst>
                    <a:ext uri="{96DAC541-7B7A-43D3-8B79-37D633B846F1}">
                      <asvg:svgBlip xmlns:asvg="http://schemas.microsoft.com/office/drawing/2016/SVG/main" r:embed="rId3"/>
                    </a:ext>
                  </a:extLst>
                </a:blip>
              </a:buBlip>
              <a:defRPr/>
            </a:lvl6pPr>
            <a:lvl7pPr marL="324000" indent="0">
              <a:buFont typeface="Arial" panose="020B0604020202020204" pitchFamily="34" charset="0"/>
              <a:buNone/>
              <a:defRPr/>
            </a:lvl7pPr>
            <a:lvl8pPr marL="648000" indent="-324000">
              <a:buFontTx/>
              <a:buBlip>
                <a:blip>
                  <a:extLst>
                    <a:ext uri="{96DAC541-7B7A-43D3-8B79-37D633B846F1}">
                      <asvg:svgBlip xmlns:asvg="http://schemas.microsoft.com/office/drawing/2016/SVG/main" r:embed="rId3"/>
                    </a:ext>
                  </a:extLst>
                </a:blip>
              </a:buBlip>
              <a:defRPr/>
            </a:lvl8pPr>
            <a:lvl9pPr marL="648000" indent="0">
              <a:buFont typeface="Arial" panose="020B0604020202020204" pitchFamily="34" charset="0"/>
              <a:buNone/>
              <a:defRPr/>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1" name="Slide Number">
            <a:extLst>
              <a:ext uri="{FF2B5EF4-FFF2-40B4-BE49-F238E27FC236}">
                <a16:creationId xmlns:a16="http://schemas.microsoft.com/office/drawing/2014/main" id="{A01FA42B-D81A-DDAD-8F42-34354E2AC37B}"/>
              </a:ext>
            </a:extLst>
          </p:cNvPr>
          <p:cNvSpPr>
            <a:spLocks noGrp="1" noRot="1" noMove="1" noResize="1" noEditPoints="1" noAdjustHandles="1" noChangeArrowheads="1" noChangeShapeType="1"/>
          </p:cNvSpPr>
          <p:nvPr>
            <p:ph type="sldNum" sz="quarter" idx="11"/>
          </p:nvPr>
        </p:nvSpPr>
        <p:spPr/>
        <p:txBody>
          <a:bodyPr/>
          <a:lstStyle/>
          <a:p>
            <a:fld id="{137D8BA7-682C-4331-A81D-840B761D64DF}" type="slidenum">
              <a:rPr lang="en-US" smtClean="0"/>
              <a:pPr/>
              <a:t>‹#›</a:t>
            </a:fld>
            <a:endParaRPr lang="en-US"/>
          </a:p>
        </p:txBody>
      </p:sp>
      <p:sp>
        <p:nvSpPr>
          <p:cNvPr id="10" name="Footer">
            <a:extLst>
              <a:ext uri="{FF2B5EF4-FFF2-40B4-BE49-F238E27FC236}">
                <a16:creationId xmlns:a16="http://schemas.microsoft.com/office/drawing/2014/main" id="{3947E6DD-018A-CD8F-1672-131805CD09A4}"/>
              </a:ext>
            </a:extLst>
          </p:cNvPr>
          <p:cNvSpPr>
            <a:spLocks noGrp="1" noRot="1" noMove="1" noResize="1" noEditPoints="1" noAdjustHandles="1" noChangeArrowheads="1" noChangeShapeType="1"/>
          </p:cNvSpPr>
          <p:nvPr>
            <p:ph type="ftr" sz="quarter" idx="10"/>
          </p:nvPr>
        </p:nvSpPr>
        <p:spPr/>
        <p:txBody>
          <a:bodyPr/>
          <a:lstStyle/>
          <a:p>
            <a:r>
              <a:rPr lang="en-US" noProof="0"/>
              <a:t>Restricted | © Innomotics 2025</a:t>
            </a:r>
          </a:p>
        </p:txBody>
      </p:sp>
      <p:pic>
        <p:nvPicPr>
          <p:cNvPr id="4" name="INNOMOTICS Logo" descr="INNOMOTICS – A Siemens Business logo">
            <a:extLst>
              <a:ext uri="{FF2B5EF4-FFF2-40B4-BE49-F238E27FC236}">
                <a16:creationId xmlns:a16="http://schemas.microsoft.com/office/drawing/2014/main" id="{0376ABD1-496A-882C-48BC-FAAD520DB56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3484253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mall)">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585C3481-23ED-37F6-AA07-6345FCCC09C0}"/>
              </a:ext>
            </a:extLst>
          </p:cNvPr>
          <p:cNvSpPr>
            <a:spLocks noGrp="1"/>
          </p:cNvSpPr>
          <p:nvPr>
            <p:ph type="title"/>
          </p:nvPr>
        </p:nvSpPr>
        <p:spPr/>
        <p:txBody>
          <a:bodyPr/>
          <a:lstStyle/>
          <a:p>
            <a:r>
              <a:rPr lang="de-DE"/>
              <a:t>Mastertitelformat bearbeiten</a:t>
            </a:r>
          </a:p>
        </p:txBody>
      </p:sp>
      <p:sp>
        <p:nvSpPr>
          <p:cNvPr id="3" name="Content">
            <a:extLst>
              <a:ext uri="{FF2B5EF4-FFF2-40B4-BE49-F238E27FC236}">
                <a16:creationId xmlns:a16="http://schemas.microsoft.com/office/drawing/2014/main" id="{A64283F3-0A58-A18C-74D0-2299AEA1121F}"/>
              </a:ext>
            </a:extLst>
          </p:cNvPr>
          <p:cNvSpPr>
            <a:spLocks noGrp="1"/>
          </p:cNvSpPr>
          <p:nvPr>
            <p:ph idx="1"/>
          </p:nvPr>
        </p:nvSpPr>
        <p:spPr bwMode="gray">
          <a:xfrm>
            <a:off x="578738" y="1638000"/>
            <a:ext cx="7556500" cy="4077000"/>
          </a:xfrm>
        </p:spPr>
        <p:txBody>
          <a:bodyPr/>
          <a:lstStyle>
            <a:lvl1pPr>
              <a:spcAft>
                <a:spcPts val="600"/>
              </a:spcAft>
              <a:defRPr/>
            </a:lvl1pPr>
            <a:lvl2pPr marL="324000" indent="-324000">
              <a:spcAft>
                <a:spcPts val="600"/>
              </a:spcAft>
              <a:buFontTx/>
              <a:buBlip>
                <a:blip>
                  <a:extLst>
                    <a:ext uri="{96DAC541-7B7A-43D3-8B79-37D633B846F1}">
                      <asvg:svgBlip xmlns:asvg="http://schemas.microsoft.com/office/drawing/2016/SVG/main" r:embed="rId2"/>
                    </a:ext>
                  </a:extLst>
                </a:blip>
              </a:buBlip>
              <a:defRPr/>
            </a:lvl2pPr>
            <a:lvl3pPr>
              <a:spcAft>
                <a:spcPts val="600"/>
              </a:spcAft>
              <a:defRPr/>
            </a:lvl3pPr>
            <a:lvl4pPr marL="648000" indent="-324000">
              <a:spcAft>
                <a:spcPts val="600"/>
              </a:spcAft>
              <a:buFontTx/>
              <a:buBlip>
                <a:blip>
                  <a:extLst>
                    <a:ext uri="{96DAC541-7B7A-43D3-8B79-37D633B846F1}">
                      <asvg:svgBlip xmlns:asvg="http://schemas.microsoft.com/office/drawing/2016/SVG/main" r:embed="rId2"/>
                    </a:ext>
                  </a:extLst>
                </a:blip>
              </a:buBlip>
              <a:defRPr/>
            </a:lvl4pPr>
            <a:lvl5pPr>
              <a:spcAft>
                <a:spcPts val="600"/>
              </a:spcAft>
              <a:defRPr/>
            </a:lvl5pPr>
            <a:lvl6pPr marL="324000" indent="-324000">
              <a:buFontTx/>
              <a:buBlip>
                <a:blip>
                  <a:extLst>
                    <a:ext uri="{96DAC541-7B7A-43D3-8B79-37D633B846F1}">
                      <asvg:svgBlip xmlns:asvg="http://schemas.microsoft.com/office/drawing/2016/SVG/main" r:embed="rId3"/>
                    </a:ext>
                  </a:extLst>
                </a:blip>
              </a:buBlip>
              <a:defRPr/>
            </a:lvl6pPr>
            <a:lvl7pPr marL="324000" indent="0">
              <a:buFont typeface="Arial" panose="020B0604020202020204" pitchFamily="34" charset="0"/>
              <a:buNone/>
              <a:defRPr/>
            </a:lvl7pPr>
            <a:lvl8pPr marL="648000" indent="-324000">
              <a:buFontTx/>
              <a:buBlip>
                <a:blip>
                  <a:extLst>
                    <a:ext uri="{96DAC541-7B7A-43D3-8B79-37D633B846F1}">
                      <asvg:svgBlip xmlns:asvg="http://schemas.microsoft.com/office/drawing/2016/SVG/main" r:embed="rId3"/>
                    </a:ext>
                  </a:extLst>
                </a:blip>
              </a:buBlip>
              <a:defRPr/>
            </a:lvl8pPr>
            <a:lvl9pPr marL="648000" indent="0">
              <a:buFont typeface="Arial" panose="020B0604020202020204" pitchFamily="34" charset="0"/>
              <a:buNone/>
              <a:defRPr/>
            </a:lvl9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1" name="Slide Number">
            <a:extLst>
              <a:ext uri="{FF2B5EF4-FFF2-40B4-BE49-F238E27FC236}">
                <a16:creationId xmlns:a16="http://schemas.microsoft.com/office/drawing/2014/main" id="{A01FA42B-D81A-DDAD-8F42-34354E2AC37B}"/>
              </a:ext>
            </a:extLst>
          </p:cNvPr>
          <p:cNvSpPr>
            <a:spLocks noGrp="1" noRot="1" noMove="1" noResize="1" noEditPoints="1" noAdjustHandles="1" noChangeArrowheads="1" noChangeShapeType="1"/>
          </p:cNvSpPr>
          <p:nvPr>
            <p:ph type="sldNum" sz="quarter" idx="11"/>
          </p:nvPr>
        </p:nvSpPr>
        <p:spPr/>
        <p:txBody>
          <a:bodyPr/>
          <a:lstStyle/>
          <a:p>
            <a:fld id="{137D8BA7-682C-4331-A81D-840B761D64DF}" type="slidenum">
              <a:rPr lang="en-US" smtClean="0"/>
              <a:pPr/>
              <a:t>‹#›</a:t>
            </a:fld>
            <a:endParaRPr lang="en-US"/>
          </a:p>
        </p:txBody>
      </p:sp>
      <p:sp>
        <p:nvSpPr>
          <p:cNvPr id="10" name="Footer">
            <a:extLst>
              <a:ext uri="{FF2B5EF4-FFF2-40B4-BE49-F238E27FC236}">
                <a16:creationId xmlns:a16="http://schemas.microsoft.com/office/drawing/2014/main" id="{3947E6DD-018A-CD8F-1672-131805CD09A4}"/>
              </a:ext>
            </a:extLst>
          </p:cNvPr>
          <p:cNvSpPr>
            <a:spLocks noGrp="1" noRot="1" noMove="1" noResize="1" noEditPoints="1" noAdjustHandles="1" noChangeArrowheads="1" noChangeShapeType="1"/>
          </p:cNvSpPr>
          <p:nvPr>
            <p:ph type="ftr" sz="quarter" idx="10"/>
          </p:nvPr>
        </p:nvSpPr>
        <p:spPr/>
        <p:txBody>
          <a:bodyPr/>
          <a:lstStyle/>
          <a:p>
            <a:r>
              <a:rPr lang="en-US" noProof="0"/>
              <a:t>Restricted | © Innomotics 2025</a:t>
            </a:r>
          </a:p>
        </p:txBody>
      </p:sp>
      <p:pic>
        <p:nvPicPr>
          <p:cNvPr id="4" name="INNOMOTICS Logo" descr="INNOMOTICS – A Siemens Business logo">
            <a:extLst>
              <a:ext uri="{FF2B5EF4-FFF2-40B4-BE49-F238E27FC236}">
                <a16:creationId xmlns:a16="http://schemas.microsoft.com/office/drawing/2014/main" id="{455C7E50-7855-1CDC-C5AB-291A43E5C323}"/>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1630849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graphic">
    <p:bg>
      <p:bgPr>
        <a:solidFill>
          <a:schemeClr val="bg2"/>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F603AD2-4EFD-707B-7A91-76B44547F6A6}"/>
              </a:ext>
            </a:extLst>
          </p:cNvPr>
          <p:cNvSpPr>
            <a:spLocks noGrp="1"/>
          </p:cNvSpPr>
          <p:nvPr>
            <p:ph type="title" hasCustomPrompt="1"/>
          </p:nvPr>
        </p:nvSpPr>
        <p:spPr>
          <a:xfrm>
            <a:off x="571500" y="298800"/>
            <a:ext cx="6540500" cy="2386800"/>
          </a:xfrm>
        </p:spPr>
        <p:txBody>
          <a:bodyPr wrap="none" bIns="0" anchor="t" anchorCtr="0"/>
          <a:lstStyle>
            <a:lvl1pPr>
              <a:lnSpc>
                <a:spcPct val="85000"/>
              </a:lnSpc>
              <a:defRPr sz="19400">
                <a:solidFill>
                  <a:schemeClr val="tx2"/>
                </a:solidFill>
              </a:defRPr>
            </a:lvl1pPr>
          </a:lstStyle>
          <a:p>
            <a:r>
              <a:rPr lang="en-US"/>
              <a:t>No</a:t>
            </a:r>
            <a:endParaRPr lang="de-DE"/>
          </a:p>
        </p:txBody>
      </p:sp>
      <p:sp>
        <p:nvSpPr>
          <p:cNvPr id="3" name="Text">
            <a:extLst>
              <a:ext uri="{FF2B5EF4-FFF2-40B4-BE49-F238E27FC236}">
                <a16:creationId xmlns:a16="http://schemas.microsoft.com/office/drawing/2014/main" id="{E2E3FE66-5DD9-65BA-9709-6F10C04C38F6}"/>
              </a:ext>
            </a:extLst>
          </p:cNvPr>
          <p:cNvSpPr>
            <a:spLocks noGrp="1"/>
          </p:cNvSpPr>
          <p:nvPr>
            <p:ph type="body" idx="1"/>
          </p:nvPr>
        </p:nvSpPr>
        <p:spPr>
          <a:xfrm>
            <a:off x="571500" y="2685600"/>
            <a:ext cx="6540500" cy="3031200"/>
          </a:xfrm>
        </p:spPr>
        <p:txBody>
          <a:bodyPr wrap="square" tIns="57600">
            <a:noAutofit/>
          </a:bodyPr>
          <a:lstStyle>
            <a:lvl1pPr marL="0" indent="0">
              <a:lnSpc>
                <a:spcPct val="93000"/>
              </a:lnSpc>
              <a:buNone/>
              <a:defRPr sz="6000" b="1">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8" name="Slide Number">
            <a:extLst>
              <a:ext uri="{FF2B5EF4-FFF2-40B4-BE49-F238E27FC236}">
                <a16:creationId xmlns:a16="http://schemas.microsoft.com/office/drawing/2014/main" id="{092CEA60-8CEB-C524-0818-551954823830}"/>
              </a:ext>
            </a:extLst>
          </p:cNvPr>
          <p:cNvSpPr>
            <a:spLocks noGrp="1" noRot="1" noMove="1" noResize="1" noEditPoints="1" noAdjustHandles="1" noChangeArrowheads="1" noChangeShapeType="1"/>
          </p:cNvSpPr>
          <p:nvPr>
            <p:ph type="sldNum" sz="quarter" idx="11"/>
          </p:nvPr>
        </p:nvSpPr>
        <p:spPr/>
        <p:txBody>
          <a:body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A1A1D4A1-F954-3F57-7C48-DF6DAA075B4C}"/>
              </a:ext>
            </a:extLst>
          </p:cNvPr>
          <p:cNvSpPr>
            <a:spLocks noGrp="1" noRot="1" noMove="1" noResize="1" noEditPoints="1" noAdjustHandles="1" noChangeArrowheads="1" noChangeShapeType="1"/>
          </p:cNvSpPr>
          <p:nvPr>
            <p:ph type="ftr" sz="quarter" idx="10"/>
          </p:nvPr>
        </p:nvSpPr>
        <p:spPr/>
        <p:txBody>
          <a:bodyPr/>
          <a:lstStyle/>
          <a:p>
            <a:r>
              <a:rPr lang="en-US" noProof="0"/>
              <a:t>Restricted | © Innomotics 2025</a:t>
            </a:r>
          </a:p>
        </p:txBody>
      </p:sp>
      <p:pic>
        <p:nvPicPr>
          <p:cNvPr id="4" name="INNOMOTICS Logo" descr="INNOMOTICS – A Siemens Business logo">
            <a:extLst>
              <a:ext uri="{FF2B5EF4-FFF2-40B4-BE49-F238E27FC236}">
                <a16:creationId xmlns:a16="http://schemas.microsoft.com/office/drawing/2014/main" id="{EE7D5903-A705-12DA-64EF-BE9B01623FC3}"/>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4045626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08191F"/>
          </p15:clr>
        </p15:guide>
        <p15:guide id="16" orient="horz" pos="1800">
          <p15:clr>
            <a:srgbClr val="08191F"/>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graphic split">
    <p:bg>
      <p:bgRef idx="1001">
        <a:schemeClr val="bg2"/>
      </p:bgRef>
    </p:bg>
    <p:spTree>
      <p:nvGrpSpPr>
        <p:cNvPr id="1" name=""/>
        <p:cNvGrpSpPr/>
        <p:nvPr/>
      </p:nvGrpSpPr>
      <p:grpSpPr>
        <a:xfrm>
          <a:off x="0" y="0"/>
          <a:ext cx="0" cy="0"/>
          <a:chOff x="0" y="0"/>
          <a:chExt cx="0" cy="0"/>
        </a:xfrm>
      </p:grpSpPr>
      <p:sp>
        <p:nvSpPr>
          <p:cNvPr id="8" name="Background">
            <a:extLst>
              <a:ext uri="{FF2B5EF4-FFF2-40B4-BE49-F238E27FC236}">
                <a16:creationId xmlns:a16="http://schemas.microsoft.com/office/drawing/2014/main" id="{358ADDB2-D9AA-DE90-6A32-4D067F1A943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9152000" y="0"/>
            <a:ext cx="3040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600"/>
          </a:p>
        </p:txBody>
      </p:sp>
      <p:sp>
        <p:nvSpPr>
          <p:cNvPr id="2" name="Title">
            <a:extLst>
              <a:ext uri="{FF2B5EF4-FFF2-40B4-BE49-F238E27FC236}">
                <a16:creationId xmlns:a16="http://schemas.microsoft.com/office/drawing/2014/main" id="{3F603AD2-4EFD-707B-7A91-76B44547F6A6}"/>
              </a:ext>
            </a:extLst>
          </p:cNvPr>
          <p:cNvSpPr>
            <a:spLocks noGrp="1"/>
          </p:cNvSpPr>
          <p:nvPr>
            <p:ph type="title" hasCustomPrompt="1"/>
          </p:nvPr>
        </p:nvSpPr>
        <p:spPr>
          <a:xfrm>
            <a:off x="9144000" y="576262"/>
            <a:ext cx="2476500" cy="1476000"/>
          </a:xfrm>
        </p:spPr>
        <p:txBody>
          <a:bodyPr wrap="none" bIns="0" anchor="b" anchorCtr="0"/>
          <a:lstStyle>
            <a:lvl1pPr algn="r">
              <a:lnSpc>
                <a:spcPct val="85000"/>
              </a:lnSpc>
              <a:defRPr sz="12800" spc="0" baseline="0">
                <a:solidFill>
                  <a:schemeClr val="bg2"/>
                </a:solidFill>
              </a:defRPr>
            </a:lvl1pPr>
          </a:lstStyle>
          <a:p>
            <a:r>
              <a:rPr lang="en-US"/>
              <a:t>No</a:t>
            </a:r>
            <a:endParaRPr lang="de-DE"/>
          </a:p>
        </p:txBody>
      </p:sp>
      <p:sp>
        <p:nvSpPr>
          <p:cNvPr id="3" name="Text">
            <a:extLst>
              <a:ext uri="{FF2B5EF4-FFF2-40B4-BE49-F238E27FC236}">
                <a16:creationId xmlns:a16="http://schemas.microsoft.com/office/drawing/2014/main" id="{E2E3FE66-5DD9-65BA-9709-6F10C04C38F6}"/>
              </a:ext>
            </a:extLst>
          </p:cNvPr>
          <p:cNvSpPr>
            <a:spLocks noGrp="1"/>
          </p:cNvSpPr>
          <p:nvPr>
            <p:ph type="body" idx="1"/>
          </p:nvPr>
        </p:nvSpPr>
        <p:spPr bwMode="black">
          <a:xfrm>
            <a:off x="571500" y="1029600"/>
            <a:ext cx="7556500" cy="4685400"/>
          </a:xfrm>
        </p:spPr>
        <p:txBody>
          <a:bodyPr wrap="square">
            <a:noAutofit/>
          </a:bodyPr>
          <a:lstStyle>
            <a:lvl1pPr marL="0" indent="0">
              <a:lnSpc>
                <a:spcPct val="93000"/>
              </a:lnSpc>
              <a:buNone/>
              <a:defRPr sz="60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10" name="Slide Number">
            <a:extLst>
              <a:ext uri="{FF2B5EF4-FFF2-40B4-BE49-F238E27FC236}">
                <a16:creationId xmlns:a16="http://schemas.microsoft.com/office/drawing/2014/main" id="{54637F02-DCC0-D5FF-2820-B159782CB340}"/>
              </a:ext>
            </a:extLst>
          </p:cNvPr>
          <p:cNvSpPr>
            <a:spLocks noGrp="1" noRot="1" noMove="1" noResize="1" noEditPoints="1" noAdjustHandles="1" noChangeArrowheads="1" noChangeShapeType="1"/>
          </p:cNvSpPr>
          <p:nvPr>
            <p:ph type="sldNum" sz="quarter" idx="11"/>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9" name="Footer">
            <a:extLst>
              <a:ext uri="{FF2B5EF4-FFF2-40B4-BE49-F238E27FC236}">
                <a16:creationId xmlns:a16="http://schemas.microsoft.com/office/drawing/2014/main" id="{83CD0D0C-BB9E-32E9-5531-37F08FC692AD}"/>
              </a:ext>
            </a:extLst>
          </p:cNvPr>
          <p:cNvSpPr>
            <a:spLocks noGrp="1" noRot="1" noMove="1" noResize="1" noEditPoints="1" noAdjustHandles="1" noChangeArrowheads="1" noChangeShapeType="1"/>
          </p:cNvSpPr>
          <p:nvPr>
            <p:ph type="ftr" sz="quarter" idx="10"/>
          </p:nvPr>
        </p:nvSpPr>
        <p:spPr/>
        <p:txBody>
          <a:bodyPr/>
          <a:lstStyle>
            <a:lvl1pPr>
              <a:defRPr>
                <a:solidFill>
                  <a:schemeClr val="tx1"/>
                </a:solidFill>
              </a:defRPr>
            </a:lvl1pPr>
          </a:lstStyle>
          <a:p>
            <a:r>
              <a:rPr lang="en-US"/>
              <a:t>Restricted | © Innomotics 2025</a:t>
            </a:r>
          </a:p>
        </p:txBody>
      </p:sp>
      <p:pic>
        <p:nvPicPr>
          <p:cNvPr id="4" name="INNOMOTICS Logo" descr="INNOMOTICS – A Siemens Business logo">
            <a:extLst>
              <a:ext uri="{FF2B5EF4-FFF2-40B4-BE49-F238E27FC236}">
                <a16:creationId xmlns:a16="http://schemas.microsoft.com/office/drawing/2014/main" id="{B6ACD87A-C593-FB30-9D57-099207E614B3}"/>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13192598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08191F"/>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guide id="23" pos="6120">
          <p15:clr>
            <a:srgbClr val="08191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duct content">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F603AD2-4EFD-707B-7A91-76B44547F6A6}"/>
              </a:ext>
            </a:extLst>
          </p:cNvPr>
          <p:cNvSpPr>
            <a:spLocks noGrp="1"/>
          </p:cNvSpPr>
          <p:nvPr>
            <p:ph type="title"/>
          </p:nvPr>
        </p:nvSpPr>
        <p:spPr>
          <a:xfrm>
            <a:off x="571500" y="457200"/>
            <a:ext cx="5524500" cy="2556000"/>
          </a:xfrm>
        </p:spPr>
        <p:txBody>
          <a:bodyPr wrap="square" anchor="b" anchorCtr="0">
            <a:noAutofit/>
          </a:bodyPr>
          <a:lstStyle>
            <a:lvl1pPr algn="l">
              <a:lnSpc>
                <a:spcPct val="93000"/>
              </a:lnSpc>
              <a:defRPr sz="6000">
                <a:solidFill>
                  <a:schemeClr val="tx2"/>
                </a:solidFill>
              </a:defRPr>
            </a:lvl1pPr>
          </a:lstStyle>
          <a:p>
            <a:r>
              <a:rPr lang="de-DE"/>
              <a:t>Mastertitelformat bearbeiten</a:t>
            </a:r>
          </a:p>
        </p:txBody>
      </p:sp>
      <p:sp>
        <p:nvSpPr>
          <p:cNvPr id="10" name="Text">
            <a:extLst>
              <a:ext uri="{FF2B5EF4-FFF2-40B4-BE49-F238E27FC236}">
                <a16:creationId xmlns:a16="http://schemas.microsoft.com/office/drawing/2014/main" id="{E901C57D-EBF2-2213-25EB-7C5BD7547216}"/>
              </a:ext>
            </a:extLst>
          </p:cNvPr>
          <p:cNvSpPr>
            <a:spLocks noGrp="1"/>
          </p:cNvSpPr>
          <p:nvPr>
            <p:ph type="body" sz="quarter" idx="13"/>
          </p:nvPr>
        </p:nvSpPr>
        <p:spPr bwMode="black">
          <a:xfrm>
            <a:off x="571500" y="3013200"/>
            <a:ext cx="5524500" cy="2700000"/>
          </a:xfrm>
        </p:spPr>
        <p:txBody>
          <a:bodyPr tIns="360000">
            <a:noAutofit/>
          </a:bodyPr>
          <a:lstStyle>
            <a:lvl1pPr>
              <a:defRPr sz="1800">
                <a:solidFill>
                  <a:schemeClr val="tx1"/>
                </a:solidFill>
              </a:defRPr>
            </a:lvl1pPr>
            <a:lvl2pPr marL="324000" indent="-324000">
              <a:buFontTx/>
              <a:buBlip>
                <a:blip>
                  <a:extLst>
                    <a:ext uri="{96DAC541-7B7A-43D3-8B79-37D633B846F1}">
                      <asvg:svgBlip xmlns:asvg="http://schemas.microsoft.com/office/drawing/2016/SVG/main" r:embed="rId2"/>
                    </a:ext>
                  </a:extLst>
                </a:blip>
              </a:buBlip>
              <a:defRPr sz="1800">
                <a:solidFill>
                  <a:schemeClr val="tx1"/>
                </a:solidFill>
              </a:defRPr>
            </a:lvl2pPr>
            <a:lvl3pPr marL="324000" indent="0">
              <a:buFont typeface="Arial" panose="020B0604020202020204" pitchFamily="34" charset="0"/>
              <a:buNone/>
              <a:defRPr sz="1800" b="0">
                <a:solidFill>
                  <a:schemeClr val="tx1"/>
                </a:solidFill>
              </a:defRPr>
            </a:lvl3pPr>
            <a:lvl4pPr marL="648000" indent="-324000">
              <a:buFontTx/>
              <a:buBlip>
                <a:blip>
                  <a:extLst>
                    <a:ext uri="{96DAC541-7B7A-43D3-8B79-37D633B846F1}">
                      <asvg:svgBlip xmlns:asvg="http://schemas.microsoft.com/office/drawing/2016/SVG/main" r:embed="rId2"/>
                    </a:ext>
                  </a:extLst>
                </a:blip>
              </a:buBlip>
              <a:defRPr sz="1800">
                <a:solidFill>
                  <a:schemeClr val="tx1"/>
                </a:solidFill>
              </a:defRPr>
            </a:lvl4pPr>
            <a:lvl5pPr marL="648000" indent="0">
              <a:buFont typeface="Arial" panose="020B0604020202020204" pitchFamily="34" charset="0"/>
              <a:buNone/>
              <a:defRPr sz="1800" b="0">
                <a:solidFill>
                  <a:schemeClr val="tx1"/>
                </a:solidFill>
              </a:defRPr>
            </a:lvl5pPr>
            <a:lvl6pPr marL="972000" indent="-324000">
              <a:buFontTx/>
              <a:buBlip>
                <a:blip>
                  <a:extLst>
                    <a:ext uri="{96DAC541-7B7A-43D3-8B79-37D633B846F1}">
                      <asvg:svgBlip xmlns:asvg="http://schemas.microsoft.com/office/drawing/2016/SVG/main" r:embed="rId2"/>
                    </a:ext>
                  </a:extLst>
                </a:blip>
              </a:buBlip>
              <a:defRPr sz="1800">
                <a:solidFill>
                  <a:schemeClr val="tx1"/>
                </a:solidFill>
              </a:defRPr>
            </a:lvl6pPr>
            <a:lvl7pPr marL="972000" indent="0">
              <a:buFont typeface="Arial" panose="020B0604020202020204" pitchFamily="34" charset="0"/>
              <a:buNone/>
              <a:defRPr sz="1800" b="0">
                <a:solidFill>
                  <a:schemeClr val="tx1"/>
                </a:solidFill>
              </a:defRPr>
            </a:lvl7pPr>
            <a:lvl8pPr marL="1296000" indent="-324000">
              <a:buFontTx/>
              <a:buBlip>
                <a:blip>
                  <a:extLst>
                    <a:ext uri="{96DAC541-7B7A-43D3-8B79-37D633B846F1}">
                      <asvg:svgBlip xmlns:asvg="http://schemas.microsoft.com/office/drawing/2016/SVG/main" r:embed="rId2"/>
                    </a:ext>
                  </a:extLst>
                </a:blip>
              </a:buBlip>
              <a:defRPr sz="1800">
                <a:solidFill>
                  <a:schemeClr val="tx1"/>
                </a:solidFill>
              </a:defRPr>
            </a:lvl8pPr>
            <a:lvl9pPr marL="1296000" indent="0">
              <a:buFont typeface="Arial" panose="020B0604020202020204" pitchFamily="34" charset="0"/>
              <a:buNone/>
              <a:defRPr sz="1800" b="0">
                <a:solidFill>
                  <a:schemeClr val="tx1"/>
                </a:solidFill>
              </a:defRPr>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2" name="Text">
            <a:extLst>
              <a:ext uri="{FF2B5EF4-FFF2-40B4-BE49-F238E27FC236}">
                <a16:creationId xmlns:a16="http://schemas.microsoft.com/office/drawing/2014/main" id="{7E454802-2D5A-A0E2-7BBB-A392F3767BC7}"/>
              </a:ext>
            </a:extLst>
          </p:cNvPr>
          <p:cNvSpPr>
            <a:spLocks noGrp="1"/>
          </p:cNvSpPr>
          <p:nvPr>
            <p:ph type="body" sz="quarter" idx="14"/>
          </p:nvPr>
        </p:nvSpPr>
        <p:spPr bwMode="black">
          <a:xfrm>
            <a:off x="7111999" y="1080000"/>
            <a:ext cx="4508501" cy="4636800"/>
          </a:xfrm>
        </p:spPr>
        <p:txBody>
          <a:bodyPr lIns="0">
            <a:noAutofit/>
          </a:bodyPr>
          <a:lstStyle>
            <a:lvl1pPr>
              <a:defRPr>
                <a:solidFill>
                  <a:schemeClr val="tx1"/>
                </a:solidFill>
              </a:defRPr>
            </a:lvl1pPr>
            <a:lvl2pPr marL="324000" indent="-324000">
              <a:buFontTx/>
              <a:buBlip>
                <a:blip>
                  <a:extLst>
                    <a:ext uri="{96DAC541-7B7A-43D3-8B79-37D633B846F1}">
                      <asvg:svgBlip xmlns:asvg="http://schemas.microsoft.com/office/drawing/2016/SVG/main" r:embed="rId2"/>
                    </a:ext>
                  </a:extLst>
                </a:blip>
              </a:buBlip>
              <a:defRPr>
                <a:solidFill>
                  <a:schemeClr val="tx1"/>
                </a:solidFill>
              </a:defRPr>
            </a:lvl2pPr>
            <a:lvl3pPr marL="324000" indent="0">
              <a:buFont typeface="Arial" panose="020B0604020202020204" pitchFamily="34" charset="0"/>
              <a:buNone/>
              <a:defRPr b="1">
                <a:solidFill>
                  <a:schemeClr val="tx1"/>
                </a:solidFill>
              </a:defRPr>
            </a:lvl3pPr>
            <a:lvl4pPr marL="648000" indent="-324000">
              <a:buFontTx/>
              <a:buBlip>
                <a:blip>
                  <a:extLst>
                    <a:ext uri="{96DAC541-7B7A-43D3-8B79-37D633B846F1}">
                      <asvg:svgBlip xmlns:asvg="http://schemas.microsoft.com/office/drawing/2016/SVG/main" r:embed="rId2"/>
                    </a:ext>
                  </a:extLst>
                </a:blip>
              </a:buBlip>
              <a:defRPr>
                <a:solidFill>
                  <a:schemeClr val="tx1"/>
                </a:solidFill>
              </a:defRPr>
            </a:lvl4pPr>
            <a:lvl5pPr marL="648000" indent="0">
              <a:buFont typeface="Arial" panose="020B0604020202020204" pitchFamily="34" charset="0"/>
              <a:buNone/>
              <a:defRPr b="1">
                <a:solidFill>
                  <a:schemeClr val="tx1"/>
                </a:solidFill>
              </a:defRPr>
            </a:lvl5pPr>
            <a:lvl6pPr marL="324000" indent="-324000">
              <a:buFontTx/>
              <a:buBlip>
                <a:blip>
                  <a:extLst>
                    <a:ext uri="{96DAC541-7B7A-43D3-8B79-37D633B846F1}">
                      <asvg:svgBlip xmlns:asvg="http://schemas.microsoft.com/office/drawing/2016/SVG/main" r:embed="rId2"/>
                    </a:ext>
                  </a:extLst>
                </a:blip>
              </a:buBlip>
              <a:defRPr/>
            </a:lvl6pPr>
            <a:lvl7pPr marL="324000" indent="0">
              <a:buFont typeface="Arial" panose="020B0604020202020204" pitchFamily="34" charset="0"/>
              <a:buNone/>
              <a:defRPr b="1"/>
            </a:lvl7pPr>
            <a:lvl8pPr marL="648000" indent="-324000">
              <a:buFontTx/>
              <a:buBlip>
                <a:blip>
                  <a:extLst>
                    <a:ext uri="{96DAC541-7B7A-43D3-8B79-37D633B846F1}">
                      <asvg:svgBlip xmlns:asvg="http://schemas.microsoft.com/office/drawing/2016/SVG/main" r:embed="rId2"/>
                    </a:ext>
                  </a:extLst>
                </a:blip>
              </a:buBlip>
              <a:defRPr/>
            </a:lvl8pPr>
            <a:lvl9pPr marL="648000" indent="0">
              <a:buFont typeface="Arial" panose="020B0604020202020204" pitchFamily="34" charset="0"/>
              <a:buNone/>
              <a:defRPr b="1"/>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Slide Number">
            <a:extLst>
              <a:ext uri="{FF2B5EF4-FFF2-40B4-BE49-F238E27FC236}">
                <a16:creationId xmlns:a16="http://schemas.microsoft.com/office/drawing/2014/main" id="{86C25647-0631-841A-3B26-91A803761E2D}"/>
              </a:ext>
            </a:extLst>
          </p:cNvPr>
          <p:cNvSpPr>
            <a:spLocks noGrp="1" noRot="1" noMove="1" noResize="1" noEditPoints="1" noAdjustHandles="1" noChangeArrowheads="1" noChangeShapeType="1"/>
          </p:cNvSpPr>
          <p:nvPr>
            <p:ph type="sldNum" sz="quarter" idx="16"/>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9" name="Footer">
            <a:extLst>
              <a:ext uri="{FF2B5EF4-FFF2-40B4-BE49-F238E27FC236}">
                <a16:creationId xmlns:a16="http://schemas.microsoft.com/office/drawing/2014/main" id="{F8A476BA-39C6-C0AC-44F7-41CCD3EF64E1}"/>
              </a:ext>
            </a:extLst>
          </p:cNvPr>
          <p:cNvSpPr>
            <a:spLocks noGrp="1" noRot="1" noMove="1" noResize="1" noEditPoints="1" noAdjustHandles="1" noChangeArrowheads="1" noChangeShapeType="1"/>
          </p:cNvSpPr>
          <p:nvPr>
            <p:ph type="ftr" sz="quarter" idx="15"/>
          </p:nvPr>
        </p:nvSpPr>
        <p:spPr/>
        <p:txBody>
          <a:bodyPr/>
          <a:lstStyle>
            <a:lvl1pPr>
              <a:defRPr>
                <a:solidFill>
                  <a:schemeClr val="tx1"/>
                </a:solidFill>
              </a:defRPr>
            </a:lvl1pPr>
          </a:lstStyle>
          <a:p>
            <a:r>
              <a:rPr lang="en-US"/>
              <a:t>Restricted | © Innomotics 2025</a:t>
            </a:r>
          </a:p>
        </p:txBody>
      </p:sp>
      <p:pic>
        <p:nvPicPr>
          <p:cNvPr id="4" name="INNOMOTICS Logo">
            <a:extLst>
              <a:ext uri="{FF2B5EF4-FFF2-40B4-BE49-F238E27FC236}">
                <a16:creationId xmlns:a16="http://schemas.microsoft.com/office/drawing/2014/main" id="{5F5B7D0A-A706-F434-63BD-708752E90847}"/>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90"/>
            <a:ext cx="1194813" cy="403196"/>
          </a:xfrm>
          <a:prstGeom prst="rect">
            <a:avLst/>
          </a:prstGeom>
        </p:spPr>
      </p:pic>
    </p:spTree>
    <p:extLst>
      <p:ext uri="{BB962C8B-B14F-4D97-AF65-F5344CB8AC3E}">
        <p14:creationId xmlns:p14="http://schemas.microsoft.com/office/powerpoint/2010/main" val="1378699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E1F000"/>
          </p15:clr>
        </p15:guide>
        <p15:guide id="7" pos="4480">
          <p15:clr>
            <a:srgbClr val="E1F000"/>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E1F000"/>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bold, content with imag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B7BF466-15E3-2155-DEC9-C88110A19C80}"/>
              </a:ext>
            </a:extLst>
          </p:cNvPr>
          <p:cNvSpPr>
            <a:spLocks noGrp="1"/>
          </p:cNvSpPr>
          <p:nvPr>
            <p:ph type="title"/>
          </p:nvPr>
        </p:nvSpPr>
        <p:spPr>
          <a:xfrm>
            <a:off x="571500" y="489600"/>
            <a:ext cx="6096000" cy="1224000"/>
          </a:xfrm>
        </p:spPr>
        <p:txBody>
          <a:bodyPr/>
          <a:lstStyle>
            <a:lvl1pPr>
              <a:lnSpc>
                <a:spcPct val="93000"/>
              </a:lnSpc>
              <a:defRPr sz="3600"/>
            </a:lvl1pPr>
          </a:lstStyle>
          <a:p>
            <a:r>
              <a:rPr lang="de-DE"/>
              <a:t>Mastertitelformat bearbeiten</a:t>
            </a:r>
          </a:p>
        </p:txBody>
      </p:sp>
      <p:sp>
        <p:nvSpPr>
          <p:cNvPr id="11" name="Content">
            <a:extLst>
              <a:ext uri="{FF2B5EF4-FFF2-40B4-BE49-F238E27FC236}">
                <a16:creationId xmlns:a16="http://schemas.microsoft.com/office/drawing/2014/main" id="{A9105330-A92B-B488-D2DD-FAC8585118A4}"/>
              </a:ext>
            </a:extLst>
          </p:cNvPr>
          <p:cNvSpPr>
            <a:spLocks noGrp="1"/>
          </p:cNvSpPr>
          <p:nvPr>
            <p:ph sz="quarter" idx="14"/>
          </p:nvPr>
        </p:nvSpPr>
        <p:spPr>
          <a:xfrm>
            <a:off x="571500" y="2059200"/>
            <a:ext cx="6094800" cy="3655800"/>
          </a:xfrm>
        </p:spPr>
        <p:txBody>
          <a:bodyPr t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7112000" y="0"/>
            <a:ext cx="5080000" cy="6857999"/>
          </a:xfrm>
          <a:solidFill>
            <a:schemeClr val="accent3"/>
          </a:solidFill>
        </p:spPr>
        <p:txBody>
          <a:bodyPr lIns="572400" tIns="529200" rIns="0"/>
          <a:lstStyle>
            <a:lvl1pPr>
              <a:defRPr>
                <a:solidFill>
                  <a:schemeClr val="tx2"/>
                </a:solidFill>
              </a:defRPr>
            </a:lvl1pPr>
          </a:lstStyle>
          <a:p>
            <a:r>
              <a:rPr lang="en-US"/>
              <a:t>Please insert image here</a:t>
            </a:r>
          </a:p>
        </p:txBody>
      </p:sp>
      <p:sp>
        <p:nvSpPr>
          <p:cNvPr id="8" name="Slide Number">
            <a:extLst>
              <a:ext uri="{FF2B5EF4-FFF2-40B4-BE49-F238E27FC236}">
                <a16:creationId xmlns:a16="http://schemas.microsoft.com/office/drawing/2014/main" id="{B0F4D0D5-43AF-3D08-2EF6-AB5DE4CB23BB}"/>
              </a:ext>
            </a:extLst>
          </p:cNvPr>
          <p:cNvSpPr>
            <a:spLocks noGrp="1" noRot="1" noMove="1" noResize="1" noEditPoints="1" noAdjustHandles="1" noChangeArrowheads="1" noChangeShapeType="1"/>
          </p:cNvSpPr>
          <p:nvPr>
            <p:ph type="sldNum" sz="quarter" idx="16"/>
          </p:nvPr>
        </p:nvSpPr>
        <p:spPr/>
        <p:txBody>
          <a:body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806B0F86-3B1D-F49C-7824-E8A27ABD6EED}"/>
              </a:ext>
            </a:extLst>
          </p:cNvPr>
          <p:cNvSpPr>
            <a:spLocks noGrp="1" noRot="1" noMove="1" noResize="1" noEditPoints="1" noAdjustHandles="1" noChangeArrowheads="1" noChangeShapeType="1"/>
          </p:cNvSpPr>
          <p:nvPr>
            <p:ph type="ftr" sz="quarter" idx="15"/>
          </p:nvPr>
        </p:nvSpPr>
        <p:spPr>
          <a:xfrm>
            <a:off x="1018800" y="6285600"/>
            <a:ext cx="5648700" cy="180000"/>
          </a:xfrm>
        </p:spPr>
        <p:txBody>
          <a:bodyPr/>
          <a:lstStyle/>
          <a:p>
            <a:r>
              <a:rPr lang="en-US" noProof="0"/>
              <a:t>Restricted | © Innomotics 2025</a:t>
            </a:r>
          </a:p>
        </p:txBody>
      </p:sp>
      <p:sp>
        <p:nvSpPr>
          <p:cNvPr id="3" name="INNOMOTICS Logo" descr="INNOMOTICS logo">
            <a:extLst>
              <a:ext uri="{FF2B5EF4-FFF2-40B4-BE49-F238E27FC236}">
                <a16:creationId xmlns:a16="http://schemas.microsoft.com/office/drawing/2014/main" id="{93397557-F099-8DCD-7DF3-E8791C8CCE95}"/>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425300" y="6062400"/>
            <a:ext cx="1195200" cy="4032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endParaRPr lang="de-DE"/>
          </a:p>
        </p:txBody>
      </p:sp>
    </p:spTree>
    <p:extLst>
      <p:ext uri="{BB962C8B-B14F-4D97-AF65-F5344CB8AC3E}">
        <p14:creationId xmlns:p14="http://schemas.microsoft.com/office/powerpoint/2010/main" val="347956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guide id="23" pos="4200">
          <p15:clr>
            <a:srgbClr val="08191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49DBFED-FB33-87A3-BF56-FB31FD2FE82C}"/>
              </a:ext>
            </a:extLst>
          </p:cNvPr>
          <p:cNvSpPr>
            <a:spLocks noGrp="1"/>
          </p:cNvSpPr>
          <p:nvPr>
            <p:ph type="title"/>
          </p:nvPr>
        </p:nvSpPr>
        <p:spPr>
          <a:xfrm>
            <a:off x="571500" y="504000"/>
            <a:ext cx="6096000" cy="640800"/>
          </a:xfrm>
        </p:spPr>
        <p:txBody>
          <a:bodyPr/>
          <a:lstStyle/>
          <a:p>
            <a:r>
              <a:rPr lang="de-DE"/>
              <a:t>Mastertitelformat bearbeiten</a:t>
            </a:r>
          </a:p>
        </p:txBody>
      </p:sp>
      <p:sp>
        <p:nvSpPr>
          <p:cNvPr id="11" name="Content">
            <a:extLst>
              <a:ext uri="{FF2B5EF4-FFF2-40B4-BE49-F238E27FC236}">
                <a16:creationId xmlns:a16="http://schemas.microsoft.com/office/drawing/2014/main" id="{A9105330-A92B-B488-D2DD-FAC8585118A4}"/>
              </a:ext>
            </a:extLst>
          </p:cNvPr>
          <p:cNvSpPr>
            <a:spLocks noGrp="1"/>
          </p:cNvSpPr>
          <p:nvPr>
            <p:ph sz="quarter" idx="14"/>
          </p:nvPr>
        </p:nvSpPr>
        <p:spPr>
          <a:xfrm>
            <a:off x="571500" y="1638000"/>
            <a:ext cx="6094800" cy="4078800"/>
          </a:xfrm>
        </p:spPr>
        <p:txBody>
          <a:bodyPr t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Slide Number">
            <a:extLst>
              <a:ext uri="{FF2B5EF4-FFF2-40B4-BE49-F238E27FC236}">
                <a16:creationId xmlns:a16="http://schemas.microsoft.com/office/drawing/2014/main" id="{B0F4D0D5-43AF-3D08-2EF6-AB5DE4CB23BB}"/>
              </a:ext>
            </a:extLst>
          </p:cNvPr>
          <p:cNvSpPr>
            <a:spLocks noGrp="1" noRot="1" noMove="1" noResize="1" noEditPoints="1" noAdjustHandles="1" noChangeArrowheads="1" noChangeShapeType="1"/>
          </p:cNvSpPr>
          <p:nvPr>
            <p:ph type="sldNum" sz="quarter" idx="16"/>
          </p:nvPr>
        </p:nvSpPr>
        <p:spPr/>
        <p:txBody>
          <a:body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806B0F86-3B1D-F49C-7824-E8A27ABD6EED}"/>
              </a:ext>
            </a:extLst>
          </p:cNvPr>
          <p:cNvSpPr>
            <a:spLocks noGrp="1" noRot="1" noMove="1" noResize="1" noEditPoints="1" noAdjustHandles="1" noChangeArrowheads="1" noChangeShapeType="1"/>
          </p:cNvSpPr>
          <p:nvPr>
            <p:ph type="ftr" sz="quarter" idx="15"/>
          </p:nvPr>
        </p:nvSpPr>
        <p:spPr>
          <a:xfrm>
            <a:off x="1018800" y="6285600"/>
            <a:ext cx="5648700" cy="180000"/>
          </a:xfrm>
        </p:spPr>
        <p:txBody>
          <a:bodyPr/>
          <a:lstStyle/>
          <a:p>
            <a:r>
              <a:rPr lang="en-US" noProof="0"/>
              <a:t>Restricted | © Innomotics 2025</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7112000" y="0"/>
            <a:ext cx="5080000" cy="6857999"/>
          </a:xfrm>
          <a:solidFill>
            <a:schemeClr val="accent3"/>
          </a:solidFill>
        </p:spPr>
        <p:txBody>
          <a:bodyPr lIns="572400" tIns="529200" rIns="0"/>
          <a:lstStyle>
            <a:lvl1pPr>
              <a:defRPr>
                <a:solidFill>
                  <a:schemeClr val="tx2"/>
                </a:solidFill>
              </a:defRPr>
            </a:lvl1pPr>
          </a:lstStyle>
          <a:p>
            <a:r>
              <a:rPr lang="en-US"/>
              <a:t>Please insert image here</a:t>
            </a:r>
          </a:p>
        </p:txBody>
      </p:sp>
      <p:sp>
        <p:nvSpPr>
          <p:cNvPr id="4" name="INNOMOTICS Logo" descr="INNOMOTICS logo">
            <a:extLst>
              <a:ext uri="{FF2B5EF4-FFF2-40B4-BE49-F238E27FC236}">
                <a16:creationId xmlns:a16="http://schemas.microsoft.com/office/drawing/2014/main" id="{4E732B83-9B72-58C6-BA84-2440F4C391E9}"/>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425300" y="6062400"/>
            <a:ext cx="1195200" cy="4032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endParaRPr lang="de-DE"/>
          </a:p>
        </p:txBody>
      </p:sp>
    </p:spTree>
    <p:extLst>
      <p:ext uri="{BB962C8B-B14F-4D97-AF65-F5344CB8AC3E}">
        <p14:creationId xmlns:p14="http://schemas.microsoft.com/office/powerpoint/2010/main" val="2556155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08191F"/>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guide id="23" pos="4200">
          <p15:clr>
            <a:srgbClr val="08191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three images">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CB7BF466-15E3-2155-DEC9-C88110A19C80}"/>
              </a:ext>
            </a:extLst>
          </p:cNvPr>
          <p:cNvSpPr>
            <a:spLocks noGrp="1"/>
          </p:cNvSpPr>
          <p:nvPr>
            <p:ph type="title"/>
          </p:nvPr>
        </p:nvSpPr>
        <p:spPr>
          <a:xfrm>
            <a:off x="571500" y="572400"/>
            <a:ext cx="5080000" cy="2444400"/>
          </a:xfrm>
        </p:spPr>
        <p:txBody>
          <a:bodyPr wrap="square" anchor="b" anchorCtr="0">
            <a:noAutofit/>
          </a:bodyPr>
          <a:lstStyle>
            <a:lvl1pPr>
              <a:lnSpc>
                <a:spcPct val="93000"/>
              </a:lnSpc>
              <a:defRPr sz="6000"/>
            </a:lvl1pPr>
          </a:lstStyle>
          <a:p>
            <a:r>
              <a:rPr lang="de-DE"/>
              <a:t>Mastertitelformat bearbeiten</a:t>
            </a:r>
          </a:p>
        </p:txBody>
      </p:sp>
      <p:sp>
        <p:nvSpPr>
          <p:cNvPr id="3" name="Content">
            <a:extLst>
              <a:ext uri="{FF2B5EF4-FFF2-40B4-BE49-F238E27FC236}">
                <a16:creationId xmlns:a16="http://schemas.microsoft.com/office/drawing/2014/main" id="{F054ECB7-8091-438B-D643-BF0F1B5844F8}"/>
              </a:ext>
            </a:extLst>
          </p:cNvPr>
          <p:cNvSpPr>
            <a:spLocks noGrp="1"/>
          </p:cNvSpPr>
          <p:nvPr>
            <p:ph sz="half" idx="1"/>
          </p:nvPr>
        </p:nvSpPr>
        <p:spPr>
          <a:xfrm>
            <a:off x="571500" y="3016800"/>
            <a:ext cx="5080000" cy="2700000"/>
          </a:xfrm>
        </p:spPr>
        <p:txBody>
          <a:bodyPr tIns="342000"/>
          <a:lstStyle>
            <a:lvl1pPr>
              <a:defRPr sz="1800"/>
            </a:lvl1pPr>
            <a:lvl2pPr marL="324000" indent="-324000">
              <a:buFontTx/>
              <a:buBlip>
                <a:blip>
                  <a:extLst>
                    <a:ext uri="{96DAC541-7B7A-43D3-8B79-37D633B846F1}">
                      <asvg:svgBlip xmlns:asvg="http://schemas.microsoft.com/office/drawing/2016/SVG/main" r:embed="rId2"/>
                    </a:ext>
                  </a:extLst>
                </a:blip>
              </a:buBlip>
              <a:defRPr sz="1800"/>
            </a:lvl2pPr>
            <a:lvl3pPr marL="324000" indent="0">
              <a:buFont typeface="Arial" panose="020B0604020202020204" pitchFamily="34" charset="0"/>
              <a:buNone/>
              <a:defRPr sz="1800" b="1"/>
            </a:lvl3pPr>
            <a:lvl4pPr marL="648000" indent="-324000">
              <a:buFontTx/>
              <a:buBlip>
                <a:blip>
                  <a:extLst>
                    <a:ext uri="{96DAC541-7B7A-43D3-8B79-37D633B846F1}">
                      <asvg:svgBlip xmlns:asvg="http://schemas.microsoft.com/office/drawing/2016/SVG/main" r:embed="rId2"/>
                    </a:ext>
                  </a:extLst>
                </a:blip>
              </a:buBlip>
              <a:defRPr sz="1800"/>
            </a:lvl4pPr>
            <a:lvl5pPr marL="648000" indent="0">
              <a:buFont typeface="Arial" panose="020B0604020202020204" pitchFamily="34" charset="0"/>
              <a:buNone/>
              <a:defRPr sz="1800" b="1"/>
            </a:lvl5pPr>
            <a:lvl6pPr marL="972000" indent="-324000">
              <a:buFontTx/>
              <a:buBlip>
                <a:blip>
                  <a:extLst>
                    <a:ext uri="{96DAC541-7B7A-43D3-8B79-37D633B846F1}">
                      <asvg:svgBlip xmlns:asvg="http://schemas.microsoft.com/office/drawing/2016/SVG/main" r:embed="rId2"/>
                    </a:ext>
                  </a:extLst>
                </a:blip>
              </a:buBlip>
              <a:defRPr sz="1800"/>
            </a:lvl6pPr>
            <a:lvl7pPr marL="972000" indent="0">
              <a:buFont typeface="Arial" panose="020B0604020202020204" pitchFamily="34" charset="0"/>
              <a:buNone/>
              <a:defRPr sz="1800" b="1"/>
            </a:lvl7pPr>
            <a:lvl8pPr marL="1296000" indent="-324000">
              <a:buFontTx/>
              <a:buBlip>
                <a:blip>
                  <a:extLst>
                    <a:ext uri="{96DAC541-7B7A-43D3-8B79-37D633B846F1}">
                      <asvg:svgBlip xmlns:asvg="http://schemas.microsoft.com/office/drawing/2016/SVG/main" r:embed="rId2"/>
                    </a:ext>
                  </a:extLst>
                </a:blip>
              </a:buBlip>
              <a:defRPr sz="1800"/>
            </a:lvl8pPr>
            <a:lvl9pPr marL="1296000" indent="0">
              <a:buFont typeface="Arial" panose="020B0604020202020204" pitchFamily="34" charset="0"/>
              <a:buNone/>
              <a:defRPr sz="1800" b="1"/>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Slide Number">
            <a:extLst>
              <a:ext uri="{FF2B5EF4-FFF2-40B4-BE49-F238E27FC236}">
                <a16:creationId xmlns:a16="http://schemas.microsoft.com/office/drawing/2014/main" id="{1CE55EE0-7CDF-B3DA-DB53-88B8D07AE4AD}"/>
              </a:ext>
            </a:extLst>
          </p:cNvPr>
          <p:cNvSpPr>
            <a:spLocks noGrp="1" noRot="1" noMove="1" noResize="1" noEditPoints="1" noAdjustHandles="1" noChangeArrowheads="1" noChangeShapeType="1"/>
          </p:cNvSpPr>
          <p:nvPr>
            <p:ph type="sldNum" sz="quarter" idx="17"/>
          </p:nvPr>
        </p:nvSpPr>
        <p:spPr/>
        <p:txBody>
          <a:bodyPr/>
          <a:lstStyle/>
          <a:p>
            <a:fld id="{137D8BA7-682C-4331-A81D-840B761D64DF}" type="slidenum">
              <a:rPr lang="en-US" smtClean="0"/>
              <a:pPr/>
              <a:t>‹#›</a:t>
            </a:fld>
            <a:endParaRPr lang="en-US"/>
          </a:p>
        </p:txBody>
      </p:sp>
      <p:sp>
        <p:nvSpPr>
          <p:cNvPr id="9" name="Footer">
            <a:extLst>
              <a:ext uri="{FF2B5EF4-FFF2-40B4-BE49-F238E27FC236}">
                <a16:creationId xmlns:a16="http://schemas.microsoft.com/office/drawing/2014/main" id="{BF2A1379-7D7B-B444-2D94-69085141D918}"/>
              </a:ext>
            </a:extLst>
          </p:cNvPr>
          <p:cNvSpPr>
            <a:spLocks noGrp="1" noRot="1" noMove="1" noResize="1" noEditPoints="1" noAdjustHandles="1" noChangeArrowheads="1" noChangeShapeType="1"/>
          </p:cNvSpPr>
          <p:nvPr>
            <p:ph type="ftr" sz="quarter" idx="16"/>
          </p:nvPr>
        </p:nvSpPr>
        <p:spPr>
          <a:xfrm>
            <a:off x="1018800" y="6285600"/>
            <a:ext cx="4632700" cy="180000"/>
          </a:xfrm>
        </p:spPr>
        <p:txBody>
          <a:bodyPr/>
          <a:lstStyle/>
          <a:p>
            <a:r>
              <a:rPr lang="en-US" noProof="0"/>
              <a:t>Restricted | © Innomotics 2025</a:t>
            </a:r>
          </a:p>
        </p:txBody>
      </p:sp>
      <p:sp>
        <p:nvSpPr>
          <p:cNvPr id="10" name="Picture">
            <a:extLst>
              <a:ext uri="{FF2B5EF4-FFF2-40B4-BE49-F238E27FC236}">
                <a16:creationId xmlns:a16="http://schemas.microsoft.com/office/drawing/2014/main" id="{A3706180-62B4-9897-E08A-94B6439BEC8C}"/>
              </a:ext>
            </a:extLst>
          </p:cNvPr>
          <p:cNvSpPr>
            <a:spLocks noGrp="1"/>
          </p:cNvSpPr>
          <p:nvPr>
            <p:ph type="pic" sz="quarter" idx="13" hasCustomPrompt="1"/>
          </p:nvPr>
        </p:nvSpPr>
        <p:spPr bwMode="ltGray">
          <a:xfrm>
            <a:off x="6097200" y="0"/>
            <a:ext cx="6094800" cy="2286000"/>
          </a:xfrm>
          <a:solidFill>
            <a:schemeClr val="accent3"/>
          </a:solidFill>
        </p:spPr>
        <p:txBody>
          <a:bodyPr lIns="572400" tIns="529200" rIns="0"/>
          <a:lstStyle>
            <a:lvl1pPr>
              <a:defRPr>
                <a:solidFill>
                  <a:schemeClr val="tx2"/>
                </a:solidFill>
              </a:defRPr>
            </a:lvl1pPr>
          </a:lstStyle>
          <a:p>
            <a:r>
              <a:rPr lang="en-US"/>
              <a:t>Please insert image 1 here</a:t>
            </a:r>
          </a:p>
        </p:txBody>
      </p:sp>
      <p:sp>
        <p:nvSpPr>
          <p:cNvPr id="4" name="Picture">
            <a:extLst>
              <a:ext uri="{FF2B5EF4-FFF2-40B4-BE49-F238E27FC236}">
                <a16:creationId xmlns:a16="http://schemas.microsoft.com/office/drawing/2014/main" id="{A93A0660-0DFC-009B-63E9-0B4753AC856F}"/>
              </a:ext>
            </a:extLst>
          </p:cNvPr>
          <p:cNvSpPr>
            <a:spLocks noGrp="1"/>
          </p:cNvSpPr>
          <p:nvPr>
            <p:ph type="pic" sz="quarter" idx="14" hasCustomPrompt="1"/>
          </p:nvPr>
        </p:nvSpPr>
        <p:spPr bwMode="ltGray">
          <a:xfrm>
            <a:off x="6096000" y="2286000"/>
            <a:ext cx="6096000" cy="2286000"/>
          </a:xfrm>
          <a:solidFill>
            <a:schemeClr val="accent4"/>
          </a:solidFill>
        </p:spPr>
        <p:txBody>
          <a:bodyPr lIns="572400" tIns="529200" rIns="0"/>
          <a:lstStyle>
            <a:lvl1pPr>
              <a:defRPr>
                <a:solidFill>
                  <a:schemeClr val="tx2"/>
                </a:solidFill>
              </a:defRPr>
            </a:lvl1pPr>
          </a:lstStyle>
          <a:p>
            <a:r>
              <a:rPr lang="en-US"/>
              <a:t>Please insert image 2 here</a:t>
            </a:r>
          </a:p>
        </p:txBody>
      </p:sp>
      <p:sp>
        <p:nvSpPr>
          <p:cNvPr id="8" name="Picture">
            <a:extLst>
              <a:ext uri="{FF2B5EF4-FFF2-40B4-BE49-F238E27FC236}">
                <a16:creationId xmlns:a16="http://schemas.microsoft.com/office/drawing/2014/main" id="{4F2DC2CD-2BEA-86DE-24FD-F7153A0D1E75}"/>
              </a:ext>
            </a:extLst>
          </p:cNvPr>
          <p:cNvSpPr>
            <a:spLocks noGrp="1"/>
          </p:cNvSpPr>
          <p:nvPr>
            <p:ph type="pic" sz="quarter" idx="15" hasCustomPrompt="1"/>
          </p:nvPr>
        </p:nvSpPr>
        <p:spPr bwMode="ltGray">
          <a:xfrm>
            <a:off x="6097200" y="4572000"/>
            <a:ext cx="6094800" cy="2286000"/>
          </a:xfrm>
          <a:solidFill>
            <a:schemeClr val="accent3"/>
          </a:solidFill>
        </p:spPr>
        <p:txBody>
          <a:bodyPr lIns="572400" tIns="529200" rIns="0"/>
          <a:lstStyle>
            <a:lvl1pPr>
              <a:defRPr>
                <a:solidFill>
                  <a:schemeClr val="tx2"/>
                </a:solidFill>
              </a:defRPr>
            </a:lvl1pPr>
          </a:lstStyle>
          <a:p>
            <a:r>
              <a:rPr lang="en-US"/>
              <a:t>Please insert image 3 here</a:t>
            </a:r>
          </a:p>
        </p:txBody>
      </p:sp>
      <p:sp>
        <p:nvSpPr>
          <p:cNvPr id="5" name="INNOMOTICS Logo" descr="INNOMOTICS logo">
            <a:extLst>
              <a:ext uri="{FF2B5EF4-FFF2-40B4-BE49-F238E27FC236}">
                <a16:creationId xmlns:a16="http://schemas.microsoft.com/office/drawing/2014/main" id="{7FBE74A4-8E06-5ABC-B3B3-D2C20BA7C667}"/>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8" hasCustomPrompt="1"/>
          </p:nvPr>
        </p:nvSpPr>
        <p:spPr>
          <a:xfrm>
            <a:off x="10425300" y="6062400"/>
            <a:ext cx="1195200" cy="403200"/>
          </a:xfrm>
          <a:blipFill>
            <a:blip>
              <a:extLst>
                <a:ext uri="{96DAC541-7B7A-43D3-8B79-37D633B846F1}">
                  <asvg:svgBlip xmlns:asvg="http://schemas.microsoft.com/office/drawing/2016/SVG/main" r:embed="rId3"/>
                </a:ext>
              </a:extLst>
            </a:blip>
            <a:stretch>
              <a:fillRect/>
            </a:stretch>
          </a:blipFill>
        </p:spPr>
        <p:txBody>
          <a:bodyPr rIns="0"/>
          <a:lstStyle>
            <a:lvl1pPr>
              <a:defRPr sz="100">
                <a:solidFill>
                  <a:schemeClr val="bg1">
                    <a:alpha val="0"/>
                  </a:schemeClr>
                </a:solidFill>
              </a:defRPr>
            </a:lvl1pPr>
          </a:lstStyle>
          <a:p>
            <a:pPr lvl="0"/>
            <a:r>
              <a:rPr lang="en-US"/>
              <a:t>Logo</a:t>
            </a:r>
            <a:endParaRPr lang="de-DE"/>
          </a:p>
        </p:txBody>
      </p:sp>
    </p:spTree>
    <p:extLst>
      <p:ext uri="{BB962C8B-B14F-4D97-AF65-F5344CB8AC3E}">
        <p14:creationId xmlns:p14="http://schemas.microsoft.com/office/powerpoint/2010/main" val="6127398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E1F000"/>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E1F000"/>
          </p15:clr>
        </p15:guide>
        <p15:guide id="20" orient="horz" pos="3240">
          <p15:clr>
            <a:srgbClr val="B4BABB"/>
          </p15:clr>
        </p15:guide>
        <p15:guide id="21" orient="horz" pos="3600">
          <p15:clr>
            <a:srgbClr val="08191F"/>
          </p15:clr>
        </p15:guide>
        <p15:guide id="23" pos="3560">
          <p15:clr>
            <a:srgbClr val="08191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images">
    <p:bg>
      <p:bgRef idx="1001">
        <a:schemeClr val="bg1"/>
      </p:bgRef>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044E232-20C0-20AC-CC81-296A902EA4A2}"/>
              </a:ext>
            </a:extLst>
          </p:cNvPr>
          <p:cNvSpPr>
            <a:spLocks noGrp="1"/>
          </p:cNvSpPr>
          <p:nvPr>
            <p:ph type="title"/>
          </p:nvPr>
        </p:nvSpPr>
        <p:spPr/>
        <p:txBody>
          <a:bodyPr/>
          <a:lstStyle/>
          <a:p>
            <a:r>
              <a:rPr lang="de-DE"/>
              <a:t>Mastertitelformat bearbeiten</a:t>
            </a:r>
          </a:p>
        </p:txBody>
      </p:sp>
      <p:sp>
        <p:nvSpPr>
          <p:cNvPr id="12" name="Picture">
            <a:extLst>
              <a:ext uri="{FF2B5EF4-FFF2-40B4-BE49-F238E27FC236}">
                <a16:creationId xmlns:a16="http://schemas.microsoft.com/office/drawing/2014/main" id="{DD962059-0136-FBFC-344F-57B8BCFDC223}"/>
              </a:ext>
            </a:extLst>
          </p:cNvPr>
          <p:cNvSpPr>
            <a:spLocks noGrp="1"/>
          </p:cNvSpPr>
          <p:nvPr>
            <p:ph type="pic" sz="quarter" idx="13" hasCustomPrompt="1"/>
          </p:nvPr>
        </p:nvSpPr>
        <p:spPr bwMode="ltGray">
          <a:xfrm>
            <a:off x="0" y="1714500"/>
            <a:ext cx="4064400" cy="3429000"/>
          </a:xfrm>
          <a:solidFill>
            <a:schemeClr val="accent3"/>
          </a:solidFill>
        </p:spPr>
        <p:txBody>
          <a:bodyPr lIns="572400" tIns="529200" rIns="572400" bIns="529200" anchor="t"/>
          <a:lstStyle>
            <a:lvl1pPr>
              <a:defRPr>
                <a:solidFill>
                  <a:schemeClr val="tx2"/>
                </a:solidFill>
              </a:defRPr>
            </a:lvl1pPr>
          </a:lstStyle>
          <a:p>
            <a:r>
              <a:rPr lang="en-US"/>
              <a:t>Please insert image 1 here</a:t>
            </a:r>
          </a:p>
        </p:txBody>
      </p:sp>
      <p:sp>
        <p:nvSpPr>
          <p:cNvPr id="18" name="Picture">
            <a:extLst>
              <a:ext uri="{FF2B5EF4-FFF2-40B4-BE49-F238E27FC236}">
                <a16:creationId xmlns:a16="http://schemas.microsoft.com/office/drawing/2014/main" id="{C1F99CC7-4311-7666-EEE0-5C5F63C16A9E}"/>
              </a:ext>
            </a:extLst>
          </p:cNvPr>
          <p:cNvSpPr>
            <a:spLocks noGrp="1"/>
          </p:cNvSpPr>
          <p:nvPr>
            <p:ph type="pic" sz="quarter" idx="15" hasCustomPrompt="1"/>
          </p:nvPr>
        </p:nvSpPr>
        <p:spPr bwMode="ltGray">
          <a:xfrm>
            <a:off x="4064400" y="1714500"/>
            <a:ext cx="4064400" cy="3429000"/>
          </a:xfrm>
          <a:solidFill>
            <a:schemeClr val="accent4"/>
          </a:solidFill>
        </p:spPr>
        <p:txBody>
          <a:bodyPr lIns="572400" tIns="529200" rIns="572400" bIns="529200" anchor="t"/>
          <a:lstStyle>
            <a:lvl1pPr>
              <a:defRPr>
                <a:solidFill>
                  <a:schemeClr val="tx2"/>
                </a:solidFill>
              </a:defRPr>
            </a:lvl1pPr>
          </a:lstStyle>
          <a:p>
            <a:r>
              <a:rPr lang="en-US"/>
              <a:t>Please insert image 2 here</a:t>
            </a:r>
          </a:p>
        </p:txBody>
      </p:sp>
      <p:sp>
        <p:nvSpPr>
          <p:cNvPr id="19" name="Picture">
            <a:extLst>
              <a:ext uri="{FF2B5EF4-FFF2-40B4-BE49-F238E27FC236}">
                <a16:creationId xmlns:a16="http://schemas.microsoft.com/office/drawing/2014/main" id="{E6B1B565-E7FB-A83C-6A55-34FF0E0E78DA}"/>
              </a:ext>
            </a:extLst>
          </p:cNvPr>
          <p:cNvSpPr>
            <a:spLocks noGrp="1"/>
          </p:cNvSpPr>
          <p:nvPr>
            <p:ph type="pic" sz="quarter" idx="17" hasCustomPrompt="1"/>
          </p:nvPr>
        </p:nvSpPr>
        <p:spPr bwMode="ltGray">
          <a:xfrm>
            <a:off x="8127600" y="1714500"/>
            <a:ext cx="4064400" cy="3429000"/>
          </a:xfrm>
          <a:solidFill>
            <a:schemeClr val="accent3"/>
          </a:solidFill>
        </p:spPr>
        <p:txBody>
          <a:bodyPr lIns="572400" tIns="529200" rIns="572400" bIns="529200" anchor="t"/>
          <a:lstStyle>
            <a:lvl1pPr>
              <a:defRPr>
                <a:solidFill>
                  <a:schemeClr val="tx2"/>
                </a:solidFill>
              </a:defRPr>
            </a:lvl1pPr>
          </a:lstStyle>
          <a:p>
            <a:r>
              <a:rPr lang="en-US"/>
              <a:t>Please insert image 3 here</a:t>
            </a:r>
          </a:p>
        </p:txBody>
      </p:sp>
      <p:sp>
        <p:nvSpPr>
          <p:cNvPr id="20" name="Text">
            <a:extLst>
              <a:ext uri="{FF2B5EF4-FFF2-40B4-BE49-F238E27FC236}">
                <a16:creationId xmlns:a16="http://schemas.microsoft.com/office/drawing/2014/main" id="{09EFF7DA-D6B7-9C8A-F356-FD4DCFED8E13}"/>
              </a:ext>
            </a:extLst>
          </p:cNvPr>
          <p:cNvSpPr>
            <a:spLocks noGrp="1"/>
          </p:cNvSpPr>
          <p:nvPr>
            <p:ph type="body" sz="quarter" idx="18" hasCustomPrompt="1"/>
          </p:nvPr>
        </p:nvSpPr>
        <p:spPr>
          <a:xfrm>
            <a:off x="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endParaRPr lang="de-DE"/>
          </a:p>
        </p:txBody>
      </p:sp>
      <p:sp>
        <p:nvSpPr>
          <p:cNvPr id="8" name="Text">
            <a:extLst>
              <a:ext uri="{FF2B5EF4-FFF2-40B4-BE49-F238E27FC236}">
                <a16:creationId xmlns:a16="http://schemas.microsoft.com/office/drawing/2014/main" id="{12A2F516-0C61-6E3C-A972-29D44C60D828}"/>
              </a:ext>
            </a:extLst>
          </p:cNvPr>
          <p:cNvSpPr>
            <a:spLocks noGrp="1"/>
          </p:cNvSpPr>
          <p:nvPr>
            <p:ph type="body" sz="quarter" idx="19" hasCustomPrompt="1"/>
          </p:nvPr>
        </p:nvSpPr>
        <p:spPr>
          <a:xfrm>
            <a:off x="406440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endParaRPr lang="de-DE"/>
          </a:p>
        </p:txBody>
      </p:sp>
      <p:sp>
        <p:nvSpPr>
          <p:cNvPr id="9" name="Text">
            <a:extLst>
              <a:ext uri="{FF2B5EF4-FFF2-40B4-BE49-F238E27FC236}">
                <a16:creationId xmlns:a16="http://schemas.microsoft.com/office/drawing/2014/main" id="{64B3DC57-919D-8FB6-F4A4-19AA8E5D26BF}"/>
              </a:ext>
            </a:extLst>
          </p:cNvPr>
          <p:cNvSpPr>
            <a:spLocks noGrp="1"/>
          </p:cNvSpPr>
          <p:nvPr>
            <p:ph type="body" sz="quarter" idx="20" hasCustomPrompt="1"/>
          </p:nvPr>
        </p:nvSpPr>
        <p:spPr>
          <a:xfrm>
            <a:off x="8127600" y="5143500"/>
            <a:ext cx="4064400" cy="571500"/>
          </a:xfrm>
        </p:spPr>
        <p:txBody>
          <a:bodyPr lIns="572400" tIns="244800" rIns="572400"/>
          <a:lstStyle>
            <a:lvl1pPr>
              <a:spcAft>
                <a:spcPts val="400"/>
              </a:spcAft>
              <a:defRPr sz="1600" b="0">
                <a:solidFill>
                  <a:schemeClr val="tx2"/>
                </a:solidFill>
              </a:defRPr>
            </a:lvl1pPr>
            <a:lvl2pPr marL="0" indent="0">
              <a:spcAft>
                <a:spcPts val="400"/>
              </a:spcAft>
              <a:buFont typeface="Arial" panose="020B0604020202020204" pitchFamily="34" charset="0"/>
              <a:buNone/>
              <a:defRPr sz="1600" b="1"/>
            </a:lvl2pPr>
            <a:lvl3pPr marL="288000" indent="-288000">
              <a:spcAft>
                <a:spcPts val="400"/>
              </a:spcAft>
              <a:buFontTx/>
              <a:buBlip>
                <a:blip>
                  <a:extLst>
                    <a:ext uri="{96DAC541-7B7A-43D3-8B79-37D633B846F1}">
                      <asvg:svgBlip xmlns:asvg="http://schemas.microsoft.com/office/drawing/2016/SVG/main" r:embed="rId2"/>
                    </a:ext>
                  </a:extLst>
                </a:blip>
              </a:buBlip>
              <a:defRPr sz="1600"/>
            </a:lvl3pPr>
            <a:lvl4pPr marL="288000" indent="0">
              <a:spcAft>
                <a:spcPts val="400"/>
              </a:spcAft>
              <a:buFont typeface="Arial" panose="020B0604020202020204" pitchFamily="34" charset="0"/>
              <a:buNone/>
              <a:defRPr sz="1600" b="1"/>
            </a:lvl4pPr>
            <a:lvl5pPr marL="576000" indent="-288000">
              <a:spcAft>
                <a:spcPts val="400"/>
              </a:spcAft>
              <a:buFontTx/>
              <a:buBlip>
                <a:blip>
                  <a:extLst>
                    <a:ext uri="{96DAC541-7B7A-43D3-8B79-37D633B846F1}">
                      <asvg:svgBlip xmlns:asvg="http://schemas.microsoft.com/office/drawing/2016/SVG/main" r:embed="rId2"/>
                    </a:ext>
                  </a:extLst>
                </a:blip>
              </a:buBlip>
              <a:defRPr sz="1600"/>
            </a:lvl5pPr>
            <a:lvl6pPr marL="576000" indent="0">
              <a:spcAft>
                <a:spcPts val="400"/>
              </a:spcAft>
              <a:buFont typeface="Arial" panose="020B0604020202020204" pitchFamily="34" charset="0"/>
              <a:buNone/>
              <a:defRPr sz="1600" b="1"/>
            </a:lvl6pPr>
            <a:lvl7pPr marL="864000" indent="-288000">
              <a:spcAft>
                <a:spcPts val="400"/>
              </a:spcAft>
              <a:buFontTx/>
              <a:buBlip>
                <a:blip>
                  <a:extLst>
                    <a:ext uri="{96DAC541-7B7A-43D3-8B79-37D633B846F1}">
                      <asvg:svgBlip xmlns:asvg="http://schemas.microsoft.com/office/drawing/2016/SVG/main" r:embed="rId2"/>
                    </a:ext>
                  </a:extLst>
                </a:blip>
              </a:buBlip>
              <a:defRPr sz="1600"/>
            </a:lvl7pPr>
            <a:lvl8pPr marL="864000" indent="0">
              <a:spcAft>
                <a:spcPts val="400"/>
              </a:spcAft>
              <a:buFont typeface="Arial" panose="020B0604020202020204" pitchFamily="34" charset="0"/>
              <a:buNone/>
              <a:defRPr sz="1600" b="1"/>
            </a:lvl8pPr>
            <a:lvl9pPr marL="1152000" indent="-288000">
              <a:spcAft>
                <a:spcPts val="400"/>
              </a:spcAft>
              <a:buFontTx/>
              <a:buBlip>
                <a:blip>
                  <a:extLst>
                    <a:ext uri="{96DAC541-7B7A-43D3-8B79-37D633B846F1}">
                      <asvg:svgBlip xmlns:asvg="http://schemas.microsoft.com/office/drawing/2016/SVG/main" r:embed="rId2"/>
                    </a:ext>
                  </a:extLst>
                </a:blip>
              </a:buBlip>
              <a:defRPr sz="1600"/>
            </a:lvl9pPr>
          </a:lstStyle>
          <a:p>
            <a:pPr lvl="0"/>
            <a:r>
              <a:rPr lang="en-US"/>
              <a:t>Short text line</a:t>
            </a:r>
            <a:endParaRPr lang="de-DE"/>
          </a:p>
        </p:txBody>
      </p:sp>
      <p:sp>
        <p:nvSpPr>
          <p:cNvPr id="13" name="Slide Number">
            <a:extLst>
              <a:ext uri="{FF2B5EF4-FFF2-40B4-BE49-F238E27FC236}">
                <a16:creationId xmlns:a16="http://schemas.microsoft.com/office/drawing/2014/main" id="{9CD9F8DE-CC92-0DB1-7F78-8F59C4804736}"/>
              </a:ext>
            </a:extLst>
          </p:cNvPr>
          <p:cNvSpPr>
            <a:spLocks noGrp="1" noRot="1" noMove="1" noResize="1" noEditPoints="1" noAdjustHandles="1" noChangeArrowheads="1" noChangeShapeType="1"/>
          </p:cNvSpPr>
          <p:nvPr>
            <p:ph type="sldNum" sz="quarter" idx="22"/>
          </p:nvPr>
        </p:nvSpPr>
        <p:spPr/>
        <p:txBody>
          <a:bodyPr/>
          <a:lstStyle/>
          <a:p>
            <a:fld id="{137D8BA7-682C-4331-A81D-840B761D64DF}" type="slidenum">
              <a:rPr lang="en-US" smtClean="0"/>
              <a:pPr/>
              <a:t>‹#›</a:t>
            </a:fld>
            <a:endParaRPr lang="en-US"/>
          </a:p>
        </p:txBody>
      </p:sp>
      <p:sp>
        <p:nvSpPr>
          <p:cNvPr id="11" name="Footer">
            <a:extLst>
              <a:ext uri="{FF2B5EF4-FFF2-40B4-BE49-F238E27FC236}">
                <a16:creationId xmlns:a16="http://schemas.microsoft.com/office/drawing/2014/main" id="{9472B2C4-1A7A-E7CD-4D6E-5171E50B96B3}"/>
              </a:ext>
            </a:extLst>
          </p:cNvPr>
          <p:cNvSpPr>
            <a:spLocks noGrp="1" noRot="1" noMove="1" noResize="1" noEditPoints="1" noAdjustHandles="1" noChangeArrowheads="1" noChangeShapeType="1"/>
          </p:cNvSpPr>
          <p:nvPr>
            <p:ph type="ftr" sz="quarter" idx="21"/>
          </p:nvPr>
        </p:nvSpPr>
        <p:spPr/>
        <p:txBody>
          <a:bodyPr/>
          <a:lstStyle/>
          <a:p>
            <a:r>
              <a:rPr lang="en-US" noProof="0"/>
              <a:t>Restricted | © Innomotics 2025</a:t>
            </a:r>
          </a:p>
        </p:txBody>
      </p:sp>
      <p:pic>
        <p:nvPicPr>
          <p:cNvPr id="2" name="INNOMOTICS Logo" descr="INNOMOTICS – A Siemens Business logo">
            <a:extLst>
              <a:ext uri="{FF2B5EF4-FFF2-40B4-BE49-F238E27FC236}">
                <a16:creationId xmlns:a16="http://schemas.microsoft.com/office/drawing/2014/main" id="{4BC52D4E-D882-380D-5D53-A7E4C8A5E70A}"/>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1356990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08191F"/>
          </p15:clr>
        </p15:guide>
        <p15:guide id="21" orient="horz" pos="3600">
          <p15:clr>
            <a:srgbClr val="08191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ntent fram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17B13992-8D12-2CEA-ED83-C76E2048E1D9}"/>
              </a:ext>
            </a:extLst>
          </p:cNvPr>
          <p:cNvSpPr>
            <a:spLocks noGrp="1"/>
          </p:cNvSpPr>
          <p:nvPr>
            <p:ph type="title"/>
          </p:nvPr>
        </p:nvSpPr>
        <p:spPr/>
        <p:txBody>
          <a:bodyPr/>
          <a:lstStyle/>
          <a:p>
            <a:r>
              <a:rPr lang="de-DE"/>
              <a:t>Mastertitelformat bearbeiten</a:t>
            </a:r>
          </a:p>
        </p:txBody>
      </p:sp>
      <p:sp>
        <p:nvSpPr>
          <p:cNvPr id="14" name="Text">
            <a:extLst>
              <a:ext uri="{FF2B5EF4-FFF2-40B4-BE49-F238E27FC236}">
                <a16:creationId xmlns:a16="http://schemas.microsoft.com/office/drawing/2014/main" id="{A2B26B96-16F8-12F7-A0CD-59B9D37A96AA}"/>
              </a:ext>
            </a:extLst>
          </p:cNvPr>
          <p:cNvSpPr>
            <a:spLocks noGrp="1"/>
          </p:cNvSpPr>
          <p:nvPr>
            <p:ph type="body" sz="quarter" idx="13" hasCustomPrompt="1"/>
          </p:nvPr>
        </p:nvSpPr>
        <p:spPr bwMode="blackWhite">
          <a:xfrm>
            <a:off x="0" y="1714499"/>
            <a:ext cx="4064400" cy="4000501"/>
          </a:xfrm>
          <a:solidFill>
            <a:schemeClr val="tx2"/>
          </a:solidFill>
        </p:spPr>
        <p:txBody>
          <a:bodyPr lIns="572400" tIns="334800" rIns="572400" bIns="572400"/>
          <a:lstStyle>
            <a:lvl1pPr marL="0">
              <a:spcAft>
                <a:spcPts val="2100"/>
              </a:spcAft>
              <a:defRPr sz="1800" b="1">
                <a:solidFill>
                  <a:schemeClr val="bg1"/>
                </a:solidFill>
              </a:defRPr>
            </a:lvl1pPr>
            <a:lvl2pPr marL="0" indent="0">
              <a:buFont typeface="Arial" panose="020B0604020202020204" pitchFamily="34" charset="0"/>
              <a:buNone/>
              <a:defRPr sz="1600">
                <a:solidFill>
                  <a:schemeClr val="bg1"/>
                </a:solidFill>
              </a:defRPr>
            </a:lvl2pPr>
            <a:lvl3pPr marL="288000" indent="-288000">
              <a:buFontTx/>
              <a:buBlip>
                <a:blip>
                  <a:extLst>
                    <a:ext uri="{96DAC541-7B7A-43D3-8B79-37D633B846F1}">
                      <asvg:svgBlip xmlns:asvg="http://schemas.microsoft.com/office/drawing/2016/SVG/main" r:embed="rId2"/>
                    </a:ext>
                  </a:extLst>
                </a:blip>
              </a:buBlip>
              <a:defRPr sz="1600">
                <a:solidFill>
                  <a:schemeClr val="bg1"/>
                </a:solidFill>
              </a:defRPr>
            </a:lvl3pPr>
            <a:lvl4pPr marL="288000" indent="0">
              <a:buFontTx/>
              <a:buNone/>
              <a:defRPr sz="1600">
                <a:solidFill>
                  <a:schemeClr val="bg1"/>
                </a:solidFill>
              </a:defRPr>
            </a:lvl4pPr>
            <a:lvl5pPr marL="576000" indent="-288000">
              <a:buFontTx/>
              <a:buBlip>
                <a:blip>
                  <a:extLst>
                    <a:ext uri="{96DAC541-7B7A-43D3-8B79-37D633B846F1}">
                      <asvg:svgBlip xmlns:asvg="http://schemas.microsoft.com/office/drawing/2016/SVG/main" r:embed="rId2"/>
                    </a:ext>
                  </a:extLst>
                </a:blip>
              </a:buBlip>
              <a:defRPr sz="1600">
                <a:solidFill>
                  <a:schemeClr val="bg1"/>
                </a:solidFill>
              </a:defRPr>
            </a:lvl5pPr>
            <a:lvl6pPr marL="576000" indent="0">
              <a:buFont typeface="Arial" panose="020B0604020202020204" pitchFamily="34" charset="0"/>
              <a:buNone/>
              <a:defRPr sz="1600">
                <a:solidFill>
                  <a:schemeClr val="bg1"/>
                </a:solidFill>
              </a:defRPr>
            </a:lvl6pPr>
            <a:lvl7pPr marL="864000" indent="-288000">
              <a:buFontTx/>
              <a:buBlip>
                <a:blip>
                  <a:extLst>
                    <a:ext uri="{96DAC541-7B7A-43D3-8B79-37D633B846F1}">
                      <asvg:svgBlip xmlns:asvg="http://schemas.microsoft.com/office/drawing/2016/SVG/main" r:embed="rId2"/>
                    </a:ext>
                  </a:extLst>
                </a:blip>
              </a:buBlip>
              <a:defRPr sz="1600">
                <a:solidFill>
                  <a:schemeClr val="bg1"/>
                </a:solidFill>
              </a:defRPr>
            </a:lvl7pPr>
            <a:lvl8pPr marL="864000" indent="0">
              <a:buFont typeface="Arial" panose="020B0604020202020204" pitchFamily="34" charset="0"/>
              <a:buNone/>
              <a:defRPr sz="1600">
                <a:solidFill>
                  <a:schemeClr val="bg1"/>
                </a:solidFill>
              </a:defRPr>
            </a:lvl8pPr>
            <a:lvl9pPr marL="1152000" indent="-288000">
              <a:buFontTx/>
              <a:buBlip>
                <a:blip>
                  <a:extLst>
                    <a:ext uri="{96DAC541-7B7A-43D3-8B79-37D633B846F1}">
                      <asvg:svgBlip xmlns:asvg="http://schemas.microsoft.com/office/drawing/2016/SVG/main" r:embed="rId2"/>
                    </a:ext>
                  </a:extLst>
                </a:blip>
              </a:buBlip>
              <a:defRPr sz="1600">
                <a:solidFill>
                  <a:schemeClr val="bg1"/>
                </a:solidFill>
              </a:defRPr>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16" name="Text Highlight">
            <a:extLst>
              <a:ext uri="{FF2B5EF4-FFF2-40B4-BE49-F238E27FC236}">
                <a16:creationId xmlns:a16="http://schemas.microsoft.com/office/drawing/2014/main" id="{476B1FAE-235D-561A-903F-6C25C0738BDC}"/>
              </a:ext>
            </a:extLst>
          </p:cNvPr>
          <p:cNvSpPr>
            <a:spLocks noGrp="1"/>
          </p:cNvSpPr>
          <p:nvPr>
            <p:ph type="body" sz="quarter" idx="15" hasCustomPrompt="1"/>
          </p:nvPr>
        </p:nvSpPr>
        <p:spPr>
          <a:xfrm>
            <a:off x="4064400" y="1715400"/>
            <a:ext cx="4064400" cy="3999600"/>
          </a:xfrm>
          <a:solidFill>
            <a:schemeClr val="bg2"/>
          </a:solidFill>
        </p:spPr>
        <p:txBody>
          <a:bodyPr lIns="572400" tIns="334800" rIns="572400" bIns="572400"/>
          <a:lstStyle>
            <a:lvl1pPr marL="0">
              <a:spcAft>
                <a:spcPts val="2100"/>
              </a:spcAft>
              <a:defRPr b="1">
                <a:solidFill>
                  <a:schemeClr val="tx2"/>
                </a:solidFill>
              </a:defRPr>
            </a:lvl1pPr>
            <a:lvl2pPr marL="0" indent="0">
              <a:buFont typeface="Arial" panose="020B0604020202020204" pitchFamily="34" charset="0"/>
              <a:buNone/>
              <a:defRPr sz="1600">
                <a:solidFill>
                  <a:schemeClr val="tx2"/>
                </a:solidFill>
              </a:defRPr>
            </a:lvl2pPr>
            <a:lvl3pPr marL="288000" indent="-288000">
              <a:buFontTx/>
              <a:buBlip>
                <a:blip>
                  <a:extLst>
                    <a:ext uri="{96DAC541-7B7A-43D3-8B79-37D633B846F1}">
                      <asvg:svgBlip xmlns:asvg="http://schemas.microsoft.com/office/drawing/2016/SVG/main" r:embed="rId3"/>
                    </a:ext>
                  </a:extLst>
                </a:blip>
              </a:buBlip>
              <a:defRPr sz="1600">
                <a:solidFill>
                  <a:schemeClr val="tx2"/>
                </a:solidFill>
              </a:defRPr>
            </a:lvl3pPr>
            <a:lvl4pPr marL="288000" indent="0">
              <a:buFont typeface="Arial" panose="020B0604020202020204" pitchFamily="34" charset="0"/>
              <a:buNone/>
              <a:defRPr sz="1600">
                <a:solidFill>
                  <a:schemeClr val="tx2"/>
                </a:solidFill>
              </a:defRPr>
            </a:lvl4pPr>
            <a:lvl5pPr marL="576000" indent="-288000">
              <a:buFontTx/>
              <a:buBlip>
                <a:blip>
                  <a:extLst>
                    <a:ext uri="{96DAC541-7B7A-43D3-8B79-37D633B846F1}">
                      <asvg:svgBlip xmlns:asvg="http://schemas.microsoft.com/office/drawing/2016/SVG/main" r:embed="rId3"/>
                    </a:ext>
                  </a:extLst>
                </a:blip>
              </a:buBlip>
              <a:defRPr sz="1600">
                <a:solidFill>
                  <a:schemeClr val="tx2"/>
                </a:solidFill>
              </a:defRPr>
            </a:lvl5pPr>
            <a:lvl6pPr marL="576000" indent="0">
              <a:buFont typeface="Arial" panose="020B0604020202020204" pitchFamily="34" charset="0"/>
              <a:buNone/>
              <a:defRPr sz="1600"/>
            </a:lvl6pPr>
            <a:lvl7pPr marL="864000" indent="-288000">
              <a:buFontTx/>
              <a:buBlip>
                <a:blip>
                  <a:extLst>
                    <a:ext uri="{96DAC541-7B7A-43D3-8B79-37D633B846F1}">
                      <asvg:svgBlip xmlns:asvg="http://schemas.microsoft.com/office/drawing/2016/SVG/main" r:embed="rId3"/>
                    </a:ext>
                  </a:extLst>
                </a:blip>
              </a:buBlip>
              <a:defRPr sz="1600"/>
            </a:lvl7pPr>
            <a:lvl8pPr marL="864000" indent="0">
              <a:buFont typeface="Arial" panose="020B0604020202020204" pitchFamily="34" charset="0"/>
              <a:buNone/>
              <a:defRPr sz="1600"/>
            </a:lvl8pPr>
            <a:lvl9pPr marL="1152000" indent="-288000">
              <a:buFontTx/>
              <a:buBlip>
                <a:blip>
                  <a:extLst>
                    <a:ext uri="{96DAC541-7B7A-43D3-8B79-37D633B846F1}">
                      <asvg:svgBlip xmlns:asvg="http://schemas.microsoft.com/office/drawing/2016/SVG/main" r:embed="rId3"/>
                    </a:ext>
                  </a:extLst>
                </a:blip>
              </a:buBlip>
              <a:defRPr sz="1600"/>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ext">
            <a:extLst>
              <a:ext uri="{FF2B5EF4-FFF2-40B4-BE49-F238E27FC236}">
                <a16:creationId xmlns:a16="http://schemas.microsoft.com/office/drawing/2014/main" id="{8A6B9D13-7277-34B0-1EC8-22438ED080F9}"/>
              </a:ext>
            </a:extLst>
          </p:cNvPr>
          <p:cNvSpPr>
            <a:spLocks noGrp="1"/>
          </p:cNvSpPr>
          <p:nvPr>
            <p:ph type="body" sz="quarter" idx="16" hasCustomPrompt="1"/>
          </p:nvPr>
        </p:nvSpPr>
        <p:spPr bwMode="blackWhite">
          <a:xfrm>
            <a:off x="8127600" y="1714499"/>
            <a:ext cx="4064400" cy="4000501"/>
          </a:xfrm>
          <a:solidFill>
            <a:schemeClr val="tx2"/>
          </a:solidFill>
        </p:spPr>
        <p:txBody>
          <a:bodyPr lIns="572400" tIns="334800" rIns="572400" bIns="572400"/>
          <a:lstStyle>
            <a:lvl1pPr marL="0">
              <a:spcAft>
                <a:spcPts val="2100"/>
              </a:spcAft>
              <a:defRPr sz="1800" b="1">
                <a:solidFill>
                  <a:schemeClr val="bg1"/>
                </a:solidFill>
              </a:defRPr>
            </a:lvl1pPr>
            <a:lvl2pPr marL="0" indent="0">
              <a:buFont typeface="Arial" panose="020B0604020202020204" pitchFamily="34" charset="0"/>
              <a:buNone/>
              <a:defRPr sz="1600">
                <a:solidFill>
                  <a:schemeClr val="bg1"/>
                </a:solidFill>
              </a:defRPr>
            </a:lvl2pPr>
            <a:lvl3pPr marL="288000" indent="-288000">
              <a:buFontTx/>
              <a:buBlip>
                <a:blip>
                  <a:extLst>
                    <a:ext uri="{96DAC541-7B7A-43D3-8B79-37D633B846F1}">
                      <asvg:svgBlip xmlns:asvg="http://schemas.microsoft.com/office/drawing/2016/SVG/main" r:embed="rId2"/>
                    </a:ext>
                  </a:extLst>
                </a:blip>
              </a:buBlip>
              <a:defRPr sz="1600">
                <a:solidFill>
                  <a:schemeClr val="bg1"/>
                </a:solidFill>
              </a:defRPr>
            </a:lvl3pPr>
            <a:lvl4pPr marL="288000" indent="0">
              <a:buFontTx/>
              <a:buNone/>
              <a:defRPr sz="1600">
                <a:solidFill>
                  <a:schemeClr val="bg1"/>
                </a:solidFill>
              </a:defRPr>
            </a:lvl4pPr>
            <a:lvl5pPr marL="576000" indent="-288000">
              <a:buFontTx/>
              <a:buBlip>
                <a:blip>
                  <a:extLst>
                    <a:ext uri="{96DAC541-7B7A-43D3-8B79-37D633B846F1}">
                      <asvg:svgBlip xmlns:asvg="http://schemas.microsoft.com/office/drawing/2016/SVG/main" r:embed="rId2"/>
                    </a:ext>
                  </a:extLst>
                </a:blip>
              </a:buBlip>
              <a:defRPr sz="1600">
                <a:solidFill>
                  <a:schemeClr val="bg1"/>
                </a:solidFill>
              </a:defRPr>
            </a:lvl5pPr>
            <a:lvl6pPr marL="576000" indent="0">
              <a:buFont typeface="Arial" panose="020B0604020202020204" pitchFamily="34" charset="0"/>
              <a:buNone/>
              <a:defRPr sz="1600">
                <a:solidFill>
                  <a:schemeClr val="bg1"/>
                </a:solidFill>
              </a:defRPr>
            </a:lvl6pPr>
            <a:lvl7pPr marL="864000" indent="-288000">
              <a:buFontTx/>
              <a:buBlip>
                <a:blip>
                  <a:extLst>
                    <a:ext uri="{96DAC541-7B7A-43D3-8B79-37D633B846F1}">
                      <asvg:svgBlip xmlns:asvg="http://schemas.microsoft.com/office/drawing/2016/SVG/main" r:embed="rId2"/>
                    </a:ext>
                  </a:extLst>
                </a:blip>
              </a:buBlip>
              <a:defRPr sz="1600">
                <a:solidFill>
                  <a:schemeClr val="bg1"/>
                </a:solidFill>
              </a:defRPr>
            </a:lvl7pPr>
            <a:lvl8pPr marL="864000" indent="0">
              <a:buFont typeface="Arial" panose="020B0604020202020204" pitchFamily="34" charset="0"/>
              <a:buNone/>
              <a:defRPr sz="1600">
                <a:solidFill>
                  <a:schemeClr val="bg1"/>
                </a:solidFill>
              </a:defRPr>
            </a:lvl8pPr>
            <a:lvl9pPr marL="1152000" indent="-288000">
              <a:buFontTx/>
              <a:buBlip>
                <a:blip>
                  <a:extLst>
                    <a:ext uri="{96DAC541-7B7A-43D3-8B79-37D633B846F1}">
                      <asvg:svgBlip xmlns:asvg="http://schemas.microsoft.com/office/drawing/2016/SVG/main" r:embed="rId2"/>
                    </a:ext>
                  </a:extLst>
                </a:blip>
              </a:buBlip>
              <a:defRPr sz="1600">
                <a:solidFill>
                  <a:schemeClr val="bg1"/>
                </a:solidFill>
              </a:defRPr>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5" name="Slide Number">
            <a:extLst>
              <a:ext uri="{FF2B5EF4-FFF2-40B4-BE49-F238E27FC236}">
                <a16:creationId xmlns:a16="http://schemas.microsoft.com/office/drawing/2014/main" id="{745E169C-1867-BF5D-6986-5A473D71A52A}"/>
              </a:ext>
            </a:extLst>
          </p:cNvPr>
          <p:cNvSpPr>
            <a:spLocks noGrp="1" noRot="1" noMove="1" noResize="1" noEditPoints="1" noAdjustHandles="1" noChangeArrowheads="1" noChangeShapeType="1"/>
          </p:cNvSpPr>
          <p:nvPr>
            <p:ph type="sldNum" sz="quarter" idx="18"/>
          </p:nvPr>
        </p:nvSpPr>
        <p:spPr/>
        <p:txBody>
          <a:bodyPr/>
          <a:lstStyle/>
          <a:p>
            <a:fld id="{137D8BA7-682C-4331-A81D-840B761D64DF}" type="slidenum">
              <a:rPr lang="en-US" smtClean="0"/>
              <a:pPr/>
              <a:t>‹#›</a:t>
            </a:fld>
            <a:endParaRPr lang="en-US"/>
          </a:p>
        </p:txBody>
      </p:sp>
      <p:sp>
        <p:nvSpPr>
          <p:cNvPr id="4" name="Footer">
            <a:extLst>
              <a:ext uri="{FF2B5EF4-FFF2-40B4-BE49-F238E27FC236}">
                <a16:creationId xmlns:a16="http://schemas.microsoft.com/office/drawing/2014/main" id="{383F4304-B8D7-5713-6F63-EDB60AAF2E91}"/>
              </a:ext>
            </a:extLst>
          </p:cNvPr>
          <p:cNvSpPr>
            <a:spLocks noGrp="1" noRot="1" noMove="1" noResize="1" noEditPoints="1" noAdjustHandles="1" noChangeArrowheads="1" noChangeShapeType="1"/>
          </p:cNvSpPr>
          <p:nvPr>
            <p:ph type="ftr" sz="quarter" idx="17"/>
          </p:nvPr>
        </p:nvSpPr>
        <p:spPr/>
        <p:txBody>
          <a:bodyPr/>
          <a:lstStyle/>
          <a:p>
            <a:r>
              <a:rPr lang="en-US" noProof="0"/>
              <a:t>Restricted | © Innomotics 2025</a:t>
            </a:r>
          </a:p>
        </p:txBody>
      </p:sp>
      <p:pic>
        <p:nvPicPr>
          <p:cNvPr id="6" name="INNOMOTICS Logo" descr="INNOMOTICS – A Siemens Business logo">
            <a:extLst>
              <a:ext uri="{FF2B5EF4-FFF2-40B4-BE49-F238E27FC236}">
                <a16:creationId xmlns:a16="http://schemas.microsoft.com/office/drawing/2014/main" id="{1687A054-4C7C-C853-DCD1-31A4A7B2A7A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4"/>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30898969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images + three contents">
    <p:bg>
      <p:bgRef idx="1001">
        <a:schemeClr val="bg1"/>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de-DE"/>
              <a:t>Mastertitelformat bearbeiten</a:t>
            </a:r>
          </a:p>
        </p:txBody>
      </p:sp>
      <p:sp>
        <p:nvSpPr>
          <p:cNvPr id="11" name="Picture">
            <a:extLst>
              <a:ext uri="{FF2B5EF4-FFF2-40B4-BE49-F238E27FC236}">
                <a16:creationId xmlns:a16="http://schemas.microsoft.com/office/drawing/2014/main" id="{7DF2A12A-62BF-BBF9-676C-5D666BD5D9F8}"/>
              </a:ext>
            </a:extLst>
          </p:cNvPr>
          <p:cNvSpPr>
            <a:spLocks noGrp="1"/>
          </p:cNvSpPr>
          <p:nvPr>
            <p:ph type="pic" sz="quarter" idx="13" hasCustomPrompt="1"/>
          </p:nvPr>
        </p:nvSpPr>
        <p:spPr bwMode="ltGray">
          <a:xfrm>
            <a:off x="0" y="1714500"/>
            <a:ext cx="4064400" cy="2286000"/>
          </a:xfrm>
          <a:solidFill>
            <a:schemeClr val="accent3"/>
          </a:solidFill>
        </p:spPr>
        <p:txBody>
          <a:bodyPr lIns="572400" tIns="529200" rIns="572400" bIns="529200" anchor="t"/>
          <a:lstStyle>
            <a:lvl1pPr>
              <a:defRPr>
                <a:solidFill>
                  <a:schemeClr val="tx2"/>
                </a:solidFill>
              </a:defRPr>
            </a:lvl1pPr>
          </a:lstStyle>
          <a:p>
            <a:r>
              <a:rPr lang="en-US"/>
              <a:t>Please insert image 1 here</a:t>
            </a:r>
          </a:p>
        </p:txBody>
      </p:sp>
      <p:sp>
        <p:nvSpPr>
          <p:cNvPr id="8" name="Text">
            <a:extLst>
              <a:ext uri="{FF2B5EF4-FFF2-40B4-BE49-F238E27FC236}">
                <a16:creationId xmlns:a16="http://schemas.microsoft.com/office/drawing/2014/main" id="{8A08E5AA-388B-E501-4F34-883B1CAA5F24}"/>
              </a:ext>
            </a:extLst>
          </p:cNvPr>
          <p:cNvSpPr>
            <a:spLocks noGrp="1"/>
          </p:cNvSpPr>
          <p:nvPr>
            <p:ph type="body" sz="quarter" idx="18" hasCustomPrompt="1"/>
          </p:nvPr>
        </p:nvSpPr>
        <p:spPr>
          <a:xfrm>
            <a:off x="0" y="4000500"/>
            <a:ext cx="4064400" cy="1714500"/>
          </a:xfrm>
        </p:spPr>
        <p:txBody>
          <a:bodyPr lIns="5724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14" name="Picture">
            <a:extLst>
              <a:ext uri="{FF2B5EF4-FFF2-40B4-BE49-F238E27FC236}">
                <a16:creationId xmlns:a16="http://schemas.microsoft.com/office/drawing/2014/main" id="{52F106F4-61AF-CB5C-3A38-33A366DE6AB4}"/>
              </a:ext>
            </a:extLst>
          </p:cNvPr>
          <p:cNvSpPr>
            <a:spLocks noGrp="1"/>
          </p:cNvSpPr>
          <p:nvPr>
            <p:ph type="pic" sz="quarter" idx="15" hasCustomPrompt="1"/>
          </p:nvPr>
        </p:nvSpPr>
        <p:spPr bwMode="ltGray">
          <a:xfrm>
            <a:off x="4064400" y="1714500"/>
            <a:ext cx="4064400" cy="2286000"/>
          </a:xfrm>
          <a:solidFill>
            <a:schemeClr val="accent4"/>
          </a:solidFill>
        </p:spPr>
        <p:txBody>
          <a:bodyPr lIns="572400" tIns="529200" rIns="572400" bIns="529200" anchor="t"/>
          <a:lstStyle>
            <a:lvl1pPr>
              <a:defRPr>
                <a:solidFill>
                  <a:schemeClr val="tx2"/>
                </a:solidFill>
              </a:defRPr>
            </a:lvl1pPr>
          </a:lstStyle>
          <a:p>
            <a:r>
              <a:rPr lang="en-US"/>
              <a:t>Please insert image 2 here</a:t>
            </a:r>
          </a:p>
        </p:txBody>
      </p:sp>
      <p:sp>
        <p:nvSpPr>
          <p:cNvPr id="13" name="Text">
            <a:extLst>
              <a:ext uri="{FF2B5EF4-FFF2-40B4-BE49-F238E27FC236}">
                <a16:creationId xmlns:a16="http://schemas.microsoft.com/office/drawing/2014/main" id="{F5C400D4-F680-BDA5-850D-6B68280488BA}"/>
              </a:ext>
            </a:extLst>
          </p:cNvPr>
          <p:cNvSpPr>
            <a:spLocks noGrp="1"/>
          </p:cNvSpPr>
          <p:nvPr>
            <p:ph type="body" sz="quarter" idx="19" hasCustomPrompt="1"/>
          </p:nvPr>
        </p:nvSpPr>
        <p:spPr>
          <a:xfrm>
            <a:off x="4064400" y="4000500"/>
            <a:ext cx="4064400" cy="1714500"/>
          </a:xfrm>
        </p:spPr>
        <p:txBody>
          <a:bodyPr lIns="2880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16" name="Picture">
            <a:extLst>
              <a:ext uri="{FF2B5EF4-FFF2-40B4-BE49-F238E27FC236}">
                <a16:creationId xmlns:a16="http://schemas.microsoft.com/office/drawing/2014/main" id="{EF6ACC2C-A1F4-17B4-D0F4-0EDA52739035}"/>
              </a:ext>
            </a:extLst>
          </p:cNvPr>
          <p:cNvSpPr>
            <a:spLocks noGrp="1"/>
          </p:cNvSpPr>
          <p:nvPr>
            <p:ph type="pic" sz="quarter" idx="17" hasCustomPrompt="1"/>
          </p:nvPr>
        </p:nvSpPr>
        <p:spPr bwMode="ltGray">
          <a:xfrm>
            <a:off x="8127600" y="1714500"/>
            <a:ext cx="4064400" cy="2286000"/>
          </a:xfrm>
          <a:solidFill>
            <a:schemeClr val="accent3"/>
          </a:solidFill>
        </p:spPr>
        <p:txBody>
          <a:bodyPr lIns="572400" tIns="529200" rIns="572400" bIns="529200" anchor="t"/>
          <a:lstStyle>
            <a:lvl1pPr>
              <a:defRPr>
                <a:solidFill>
                  <a:schemeClr val="tx2"/>
                </a:solidFill>
              </a:defRPr>
            </a:lvl1pPr>
          </a:lstStyle>
          <a:p>
            <a:r>
              <a:rPr lang="en-US"/>
              <a:t>Please insert image 3 here</a:t>
            </a:r>
          </a:p>
        </p:txBody>
      </p:sp>
      <p:sp>
        <p:nvSpPr>
          <p:cNvPr id="15" name="Text">
            <a:extLst>
              <a:ext uri="{FF2B5EF4-FFF2-40B4-BE49-F238E27FC236}">
                <a16:creationId xmlns:a16="http://schemas.microsoft.com/office/drawing/2014/main" id="{7E69DC2B-65F4-4B07-C275-6CC8F1F5B5D2}"/>
              </a:ext>
            </a:extLst>
          </p:cNvPr>
          <p:cNvSpPr>
            <a:spLocks noGrp="1"/>
          </p:cNvSpPr>
          <p:nvPr>
            <p:ph type="body" sz="quarter" idx="20" hasCustomPrompt="1"/>
          </p:nvPr>
        </p:nvSpPr>
        <p:spPr>
          <a:xfrm>
            <a:off x="8127600" y="4000500"/>
            <a:ext cx="4064400" cy="1714500"/>
          </a:xfrm>
        </p:spPr>
        <p:txBody>
          <a:bodyPr lIns="288000" tIns="367200" rIns="572400"/>
          <a:lstStyle>
            <a:lvl1pPr>
              <a:spcAft>
                <a:spcPts val="400"/>
              </a:spcAft>
              <a:defRPr sz="1600" b="1">
                <a:solidFill>
                  <a:schemeClr val="tx2"/>
                </a:solidFill>
              </a:defRPr>
            </a:lvl1pPr>
            <a:lvl2pPr marL="0" indent="0">
              <a:spcAft>
                <a:spcPts val="400"/>
              </a:spcAft>
              <a:buFont typeface="Arial" panose="020B0604020202020204" pitchFamily="34" charset="0"/>
              <a:buNone/>
              <a:defRPr sz="1400"/>
            </a:lvl2pPr>
            <a:lvl3pPr marL="216000" indent="-216000">
              <a:spcAft>
                <a:spcPts val="400"/>
              </a:spcAft>
              <a:buFontTx/>
              <a:buBlip>
                <a:blip>
                  <a:extLst>
                    <a:ext uri="{96DAC541-7B7A-43D3-8B79-37D633B846F1}">
                      <asvg:svgBlip xmlns:asvg="http://schemas.microsoft.com/office/drawing/2016/SVG/main" r:embed="rId2"/>
                    </a:ext>
                  </a:extLst>
                </a:blip>
              </a:buBlip>
              <a:defRPr sz="1400"/>
            </a:lvl3pPr>
            <a:lvl4pPr marL="216000" indent="0">
              <a:spcAft>
                <a:spcPts val="400"/>
              </a:spcAft>
              <a:buFont typeface="Arial" panose="020B0604020202020204" pitchFamily="34" charset="0"/>
              <a:buNone/>
              <a:defRPr sz="1400"/>
            </a:lvl4pPr>
            <a:lvl5pPr marL="432000" indent="-216000">
              <a:spcAft>
                <a:spcPts val="400"/>
              </a:spcAft>
              <a:buFontTx/>
              <a:buBlip>
                <a:blip>
                  <a:extLst>
                    <a:ext uri="{96DAC541-7B7A-43D3-8B79-37D633B846F1}">
                      <asvg:svgBlip xmlns:asvg="http://schemas.microsoft.com/office/drawing/2016/SVG/main" r:embed="rId2"/>
                    </a:ext>
                  </a:extLst>
                </a:blip>
              </a:buBlip>
              <a:defRPr sz="1400"/>
            </a:lvl5pPr>
            <a:lvl6pPr marL="432000" indent="0">
              <a:spcAft>
                <a:spcPts val="400"/>
              </a:spcAft>
              <a:buFont typeface="Arial" panose="020B0604020202020204" pitchFamily="34" charset="0"/>
              <a:buNone/>
              <a:defRPr sz="1400" b="0"/>
            </a:lvl6pPr>
            <a:lvl7pPr marL="648000" indent="-216000">
              <a:spcAft>
                <a:spcPts val="400"/>
              </a:spcAft>
              <a:buFontTx/>
              <a:buBlip>
                <a:blip>
                  <a:extLst>
                    <a:ext uri="{96DAC541-7B7A-43D3-8B79-37D633B846F1}">
                      <asvg:svgBlip xmlns:asvg="http://schemas.microsoft.com/office/drawing/2016/SVG/main" r:embed="rId2"/>
                    </a:ext>
                  </a:extLst>
                </a:blip>
              </a:buBlip>
              <a:defRPr sz="1400"/>
            </a:lvl7pPr>
            <a:lvl8pPr marL="648000" indent="0">
              <a:spcAft>
                <a:spcPts val="400"/>
              </a:spcAft>
              <a:buFont typeface="Arial" panose="020B0604020202020204" pitchFamily="34" charset="0"/>
              <a:buNone/>
              <a:defRPr sz="1400"/>
            </a:lvl8pPr>
            <a:lvl9pPr marL="864000" indent="-216000">
              <a:spcAft>
                <a:spcPts val="400"/>
              </a:spcAft>
              <a:buFontTx/>
              <a:buBlip>
                <a:blip>
                  <a:extLst>
                    <a:ext uri="{96DAC541-7B7A-43D3-8B79-37D633B846F1}">
                      <asvg:svgBlip xmlns:asvg="http://schemas.microsoft.com/office/drawing/2016/SVG/main" r:embed="rId2"/>
                    </a:ext>
                  </a:extLst>
                </a:blip>
              </a:buBlip>
              <a:defRPr sz="1400"/>
            </a:lvl9pPr>
          </a:lstStyle>
          <a:p>
            <a:pPr lvl="0"/>
            <a:r>
              <a:rPr lang="en-US"/>
              <a:t>Headline</a:t>
            </a:r>
          </a:p>
          <a:p>
            <a:pPr lvl="1"/>
            <a:r>
              <a:rPr lang="en-US"/>
              <a:t>Second level</a:t>
            </a:r>
          </a:p>
          <a:p>
            <a:pPr lvl="2"/>
            <a:r>
              <a:rPr lang="en-US"/>
              <a:t>Third level</a:t>
            </a:r>
          </a:p>
          <a:p>
            <a:pPr lvl="3"/>
            <a:r>
              <a:rPr lang="en-US"/>
              <a:t>Fourth level</a:t>
            </a:r>
          </a:p>
          <a:p>
            <a:pPr lvl="4"/>
            <a:r>
              <a:rPr lang="en-US"/>
              <a:t>Fifth level</a:t>
            </a:r>
            <a:endParaRPr lang="de-DE"/>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p>
            <a:fld id="{137D8BA7-682C-4331-A81D-840B761D64DF}" type="slidenum">
              <a:rPr lang="en-US" smtClean="0"/>
              <a:pPr/>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p>
            <a:r>
              <a:rPr lang="en-US" noProof="0"/>
              <a:t>Restricted | © Innomotics 2025</a:t>
            </a:r>
          </a:p>
        </p:txBody>
      </p:sp>
      <p:pic>
        <p:nvPicPr>
          <p:cNvPr id="4" name="INNOMOTICS Logo" descr="INNOMOTICS – A Siemens Business logo">
            <a:extLst>
              <a:ext uri="{FF2B5EF4-FFF2-40B4-BE49-F238E27FC236}">
                <a16:creationId xmlns:a16="http://schemas.microsoft.com/office/drawing/2014/main" id="{840F876A-3A45-1966-7073-0DD393EDEC96}"/>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3853635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able (dark)">
    <p:bg>
      <p:bgRef idx="1001">
        <a:schemeClr val="bg2"/>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DFA6992-095C-8591-2384-42D6A42E96F1}"/>
              </a:ext>
            </a:extLst>
          </p:cNvPr>
          <p:cNvSpPr>
            <a:spLocks noGrp="1"/>
          </p:cNvSpPr>
          <p:nvPr>
            <p:ph type="title"/>
          </p:nvPr>
        </p:nvSpPr>
        <p:spPr/>
        <p:txBody>
          <a:bodyPr/>
          <a:lstStyle>
            <a:lvl1pPr>
              <a:tabLst>
                <a:tab pos="1255713" algn="l"/>
              </a:tabLst>
              <a:defRPr>
                <a:solidFill>
                  <a:schemeClr val="tx1"/>
                </a:solidFill>
              </a:defRPr>
            </a:lvl1pPr>
          </a:lstStyle>
          <a:p>
            <a:r>
              <a:rPr lang="de-DE"/>
              <a:t>Mastertitelformat bearbeiten</a:t>
            </a:r>
          </a:p>
        </p:txBody>
      </p:sp>
      <p:sp>
        <p:nvSpPr>
          <p:cNvPr id="8" name="Table">
            <a:extLst>
              <a:ext uri="{FF2B5EF4-FFF2-40B4-BE49-F238E27FC236}">
                <a16:creationId xmlns:a16="http://schemas.microsoft.com/office/drawing/2014/main" id="{1FE82B31-B5F3-5F98-8378-66A6032BB01A}"/>
              </a:ext>
            </a:extLst>
          </p:cNvPr>
          <p:cNvSpPr>
            <a:spLocks noGrp="1"/>
          </p:cNvSpPr>
          <p:nvPr>
            <p:ph type="tbl" sz="quarter" idx="13" hasCustomPrompt="1"/>
          </p:nvPr>
        </p:nvSpPr>
        <p:spPr>
          <a:xfrm>
            <a:off x="0" y="1714500"/>
            <a:ext cx="12192000" cy="4000500"/>
          </a:xfrm>
        </p:spPr>
        <p:txBody>
          <a:bodyPr bIns="504000" anchor="ctr" anchorCtr="1"/>
          <a:lstStyle>
            <a:lvl1pPr>
              <a:defRPr>
                <a:solidFill>
                  <a:schemeClr val="tx1"/>
                </a:solidFill>
              </a:defRPr>
            </a:lvl1pPr>
          </a:lstStyle>
          <a:p>
            <a:r>
              <a:rPr lang="en-US" noProof="0"/>
              <a:t>Please insert table here</a:t>
            </a:r>
          </a:p>
        </p:txBody>
      </p:sp>
      <p:sp>
        <p:nvSpPr>
          <p:cNvPr id="9" name="Slide Number">
            <a:extLst>
              <a:ext uri="{FF2B5EF4-FFF2-40B4-BE49-F238E27FC236}">
                <a16:creationId xmlns:a16="http://schemas.microsoft.com/office/drawing/2014/main" id="{4F70156B-1A94-540B-51D8-86B8B3EACB43}"/>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BFEB40F3-A7F6-9092-5D44-67E931523C62}"/>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pic>
        <p:nvPicPr>
          <p:cNvPr id="2" name="INNOMOTICS Logo">
            <a:extLst>
              <a:ext uri="{FF2B5EF4-FFF2-40B4-BE49-F238E27FC236}">
                <a16:creationId xmlns:a16="http://schemas.microsoft.com/office/drawing/2014/main" id="{29C01FB8-6624-6EE5-A7F8-2A27575ECCA2}"/>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90"/>
            <a:ext cx="1194813" cy="403196"/>
          </a:xfrm>
          <a:prstGeom prst="rect">
            <a:avLst/>
          </a:prstGeom>
        </p:spPr>
      </p:pic>
    </p:spTree>
    <p:extLst>
      <p:ext uri="{BB962C8B-B14F-4D97-AF65-F5344CB8AC3E}">
        <p14:creationId xmlns:p14="http://schemas.microsoft.com/office/powerpoint/2010/main" val="32618390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light)">
    <p:bg>
      <p:bgRef idx="1001">
        <a:schemeClr val="bg1"/>
      </p:bgRef>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DFA6992-095C-8591-2384-42D6A42E96F1}"/>
              </a:ext>
            </a:extLst>
          </p:cNvPr>
          <p:cNvSpPr>
            <a:spLocks noGrp="1"/>
          </p:cNvSpPr>
          <p:nvPr>
            <p:ph type="title"/>
          </p:nvPr>
        </p:nvSpPr>
        <p:spPr/>
        <p:txBody>
          <a:bodyPr/>
          <a:lstStyle>
            <a:lvl1pPr>
              <a:tabLst>
                <a:tab pos="1255713" algn="l"/>
              </a:tabLst>
              <a:defRPr>
                <a:solidFill>
                  <a:schemeClr val="tx1"/>
                </a:solidFill>
              </a:defRPr>
            </a:lvl1pPr>
          </a:lstStyle>
          <a:p>
            <a:r>
              <a:rPr lang="de-DE"/>
              <a:t>Mastertitelformat bearbeiten</a:t>
            </a:r>
          </a:p>
        </p:txBody>
      </p:sp>
      <p:sp>
        <p:nvSpPr>
          <p:cNvPr id="8" name="Table">
            <a:extLst>
              <a:ext uri="{FF2B5EF4-FFF2-40B4-BE49-F238E27FC236}">
                <a16:creationId xmlns:a16="http://schemas.microsoft.com/office/drawing/2014/main" id="{1FE82B31-B5F3-5F98-8378-66A6032BB01A}"/>
              </a:ext>
            </a:extLst>
          </p:cNvPr>
          <p:cNvSpPr>
            <a:spLocks noGrp="1"/>
          </p:cNvSpPr>
          <p:nvPr>
            <p:ph type="tbl" sz="quarter" idx="13" hasCustomPrompt="1"/>
          </p:nvPr>
        </p:nvSpPr>
        <p:spPr>
          <a:xfrm>
            <a:off x="0" y="1714500"/>
            <a:ext cx="12192000" cy="4000500"/>
          </a:xfrm>
        </p:spPr>
        <p:txBody>
          <a:bodyPr bIns="504000" anchor="ctr" anchorCtr="1"/>
          <a:lstStyle>
            <a:lvl1pPr>
              <a:defRPr>
                <a:solidFill>
                  <a:schemeClr val="tx1"/>
                </a:solidFill>
              </a:defRPr>
            </a:lvl1pPr>
          </a:lstStyle>
          <a:p>
            <a:r>
              <a:rPr lang="en-US" noProof="0"/>
              <a:t>Please insert table here</a:t>
            </a:r>
          </a:p>
        </p:txBody>
      </p:sp>
      <p:sp>
        <p:nvSpPr>
          <p:cNvPr id="9" name="Slide Number">
            <a:extLst>
              <a:ext uri="{FF2B5EF4-FFF2-40B4-BE49-F238E27FC236}">
                <a16:creationId xmlns:a16="http://schemas.microsoft.com/office/drawing/2014/main" id="{4F70156B-1A94-540B-51D8-86B8B3EACB43}"/>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BFEB40F3-A7F6-9092-5D44-67E931523C62}"/>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pic>
        <p:nvPicPr>
          <p:cNvPr id="2" name="INNOMOTICS Logo" descr="INNOMOTICS – A Siemens Business logo">
            <a:extLst>
              <a:ext uri="{FF2B5EF4-FFF2-40B4-BE49-F238E27FC236}">
                <a16:creationId xmlns:a16="http://schemas.microsoft.com/office/drawing/2014/main" id="{96F37C96-657E-8A55-5898-508067F39484}"/>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19259041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E1F000"/>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E1F00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ree content (dark)">
    <p:bg>
      <p:bgRef idx="1001">
        <a:schemeClr val="bg2"/>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de-DE"/>
              <a:t>Mastertitelformat bearbeiten</a:t>
            </a:r>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lvl1pPr>
              <a:defRPr>
                <a:solidFill>
                  <a:schemeClr val="tx1"/>
                </a:solidFill>
              </a:defRPr>
            </a:lvl1pPr>
          </a:lstStyle>
          <a:p>
            <a:r>
              <a:rPr lang="en-US"/>
              <a:t>Restricted | © Innomotics 2025</a:t>
            </a:r>
          </a:p>
        </p:txBody>
      </p:sp>
      <p:pic>
        <p:nvPicPr>
          <p:cNvPr id="4" name="INNOMOTICS Logo">
            <a:extLst>
              <a:ext uri="{FF2B5EF4-FFF2-40B4-BE49-F238E27FC236}">
                <a16:creationId xmlns:a16="http://schemas.microsoft.com/office/drawing/2014/main" id="{6EFE466D-3E8A-0BD1-82E0-B3077C72C577}"/>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90"/>
            <a:ext cx="1194813" cy="403196"/>
          </a:xfrm>
          <a:prstGeom prst="rect">
            <a:avLst/>
          </a:prstGeom>
        </p:spPr>
      </p:pic>
    </p:spTree>
    <p:extLst>
      <p:ext uri="{BB962C8B-B14F-4D97-AF65-F5344CB8AC3E}">
        <p14:creationId xmlns:p14="http://schemas.microsoft.com/office/powerpoint/2010/main" val="23388116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ree content (light)">
    <p:bg>
      <p:bgRef idx="1001">
        <a:schemeClr val="bg1"/>
      </p:bgRef>
    </p:bg>
    <p:spTree>
      <p:nvGrpSpPr>
        <p:cNvPr id="1" name=""/>
        <p:cNvGrpSpPr/>
        <p:nvPr/>
      </p:nvGrpSpPr>
      <p:grpSpPr>
        <a:xfrm>
          <a:off x="0" y="0"/>
          <a:ext cx="0" cy="0"/>
          <a:chOff x="0" y="0"/>
          <a:chExt cx="0" cy="0"/>
        </a:xfrm>
      </p:grpSpPr>
      <p:sp>
        <p:nvSpPr>
          <p:cNvPr id="17" name="Title">
            <a:extLst>
              <a:ext uri="{FF2B5EF4-FFF2-40B4-BE49-F238E27FC236}">
                <a16:creationId xmlns:a16="http://schemas.microsoft.com/office/drawing/2014/main" id="{5832F5D6-D4EF-C6E3-CC83-FF4DF7ABD7CE}"/>
              </a:ext>
            </a:extLst>
          </p:cNvPr>
          <p:cNvSpPr>
            <a:spLocks noGrp="1"/>
          </p:cNvSpPr>
          <p:nvPr>
            <p:ph type="title"/>
          </p:nvPr>
        </p:nvSpPr>
        <p:spPr/>
        <p:txBody>
          <a:bodyPr/>
          <a:lstStyle/>
          <a:p>
            <a:r>
              <a:rPr lang="de-DE"/>
              <a:t>Mastertitelformat bearbeiten</a:t>
            </a:r>
          </a:p>
        </p:txBody>
      </p:sp>
      <p:sp>
        <p:nvSpPr>
          <p:cNvPr id="3" name="Slide Number">
            <a:extLst>
              <a:ext uri="{FF2B5EF4-FFF2-40B4-BE49-F238E27FC236}">
                <a16:creationId xmlns:a16="http://schemas.microsoft.com/office/drawing/2014/main" id="{3DE9842C-E20A-ED7F-05F6-1C54F408FF63}"/>
              </a:ext>
            </a:extLst>
          </p:cNvPr>
          <p:cNvSpPr>
            <a:spLocks noGrp="1" noRot="1" noMove="1" noResize="1" noEditPoints="1" noAdjustHandles="1" noChangeArrowheads="1" noChangeShapeType="1"/>
          </p:cNvSpPr>
          <p:nvPr>
            <p:ph type="sldNum" sz="quarter" idx="22"/>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2" name="Footer">
            <a:extLst>
              <a:ext uri="{FF2B5EF4-FFF2-40B4-BE49-F238E27FC236}">
                <a16:creationId xmlns:a16="http://schemas.microsoft.com/office/drawing/2014/main" id="{82D3ED71-BC00-2D1D-DA58-349D141F6962}"/>
              </a:ext>
            </a:extLst>
          </p:cNvPr>
          <p:cNvSpPr>
            <a:spLocks noGrp="1" noRot="1" noMove="1" noResize="1" noEditPoints="1" noAdjustHandles="1" noChangeArrowheads="1" noChangeShapeType="1"/>
          </p:cNvSpPr>
          <p:nvPr>
            <p:ph type="ftr" sz="quarter" idx="21"/>
          </p:nvPr>
        </p:nvSpPr>
        <p:spPr/>
        <p:txBody>
          <a:bodyPr/>
          <a:lstStyle>
            <a:lvl1pPr>
              <a:defRPr>
                <a:solidFill>
                  <a:schemeClr val="tx1"/>
                </a:solidFill>
              </a:defRPr>
            </a:lvl1pPr>
          </a:lstStyle>
          <a:p>
            <a:r>
              <a:rPr lang="en-US"/>
              <a:t>Restricted | © Innomotics 2025</a:t>
            </a:r>
          </a:p>
        </p:txBody>
      </p:sp>
      <p:pic>
        <p:nvPicPr>
          <p:cNvPr id="4" name="INNOMOTICS Logo" descr="INNOMOTICS – A Siemens Business logo">
            <a:extLst>
              <a:ext uri="{FF2B5EF4-FFF2-40B4-BE49-F238E27FC236}">
                <a16:creationId xmlns:a16="http://schemas.microsoft.com/office/drawing/2014/main" id="{8DD99466-96F7-9DB6-BA18-1BFAC748238B}"/>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779187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08191F"/>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ull image (dark) with headlline">
    <p:bg>
      <p:bgRef idx="1001">
        <a:schemeClr val="bg2"/>
      </p:bgRef>
    </p:bg>
    <p:spTree>
      <p:nvGrpSpPr>
        <p:cNvPr id="1" name=""/>
        <p:cNvGrpSpPr/>
        <p:nvPr/>
      </p:nvGrpSpPr>
      <p:grpSpPr>
        <a:xfrm>
          <a:off x="0" y="0"/>
          <a:ext cx="0" cy="0"/>
          <a:chOff x="0" y="0"/>
          <a:chExt cx="0" cy="0"/>
        </a:xfrm>
      </p:grpSpPr>
      <p:sp>
        <p:nvSpPr>
          <p:cNvPr id="8" name="Picture">
            <a:extLst>
              <a:ext uri="{FF2B5EF4-FFF2-40B4-BE49-F238E27FC236}">
                <a16:creationId xmlns:a16="http://schemas.microsoft.com/office/drawing/2014/main" id="{44E10281-C212-AB8C-190B-231486C2B01F}"/>
              </a:ext>
            </a:extLst>
          </p:cNvPr>
          <p:cNvSpPr>
            <a:spLocks noGrp="1"/>
          </p:cNvSpPr>
          <p:nvPr>
            <p:ph type="pic" sz="quarter" idx="13" hasCustomPrompt="1"/>
          </p:nvPr>
        </p:nvSpPr>
        <p:spPr bwMode="ltGray">
          <a:xfrm>
            <a:off x="0" y="0"/>
            <a:ext cx="12192000" cy="6858000"/>
          </a:xfrm>
          <a:solidFill>
            <a:schemeClr val="accent3"/>
          </a:solidFill>
        </p:spPr>
        <p:txBody>
          <a:bodyPr lIns="572400" tIns="529200" rIns="572400" bIns="1144800" anchor="b"/>
          <a:lstStyle>
            <a:lvl1pPr algn="ctr">
              <a:defRPr i="0">
                <a:solidFill>
                  <a:schemeClr val="bg2"/>
                </a:solidFill>
                <a:sym typeface="Wingdings" panose="05000000000000000000" pitchFamily="2" charset="2"/>
              </a:defRPr>
            </a:lvl1pPr>
          </a:lstStyle>
          <a:p>
            <a:r>
              <a:rPr lang="en-US"/>
              <a:t>Please insert full size image here. Just use “Insert”  “Images”  “Pictures” for it.</a:t>
            </a:r>
          </a:p>
        </p:txBody>
      </p:sp>
      <p:sp>
        <p:nvSpPr>
          <p:cNvPr id="2" name="Title">
            <a:extLst>
              <a:ext uri="{FF2B5EF4-FFF2-40B4-BE49-F238E27FC236}">
                <a16:creationId xmlns:a16="http://schemas.microsoft.com/office/drawing/2014/main" id="{13BE290B-1C48-088A-09E8-E9AD23184C49}"/>
              </a:ext>
            </a:extLst>
          </p:cNvPr>
          <p:cNvSpPr>
            <a:spLocks noGrp="1"/>
          </p:cNvSpPr>
          <p:nvPr>
            <p:ph type="title"/>
          </p:nvPr>
        </p:nvSpPr>
        <p:spPr>
          <a:xfrm>
            <a:off x="0" y="0"/>
            <a:ext cx="12192000" cy="3812552"/>
          </a:xfrm>
          <a:gradFill flip="none" rotWithShape="1">
            <a:gsLst>
              <a:gs pos="15000">
                <a:schemeClr val="bg2">
                  <a:alpha val="60000"/>
                </a:schemeClr>
              </a:gs>
              <a:gs pos="60000">
                <a:schemeClr val="bg2">
                  <a:alpha val="0"/>
                </a:schemeClr>
              </a:gs>
            </a:gsLst>
            <a:lin ang="4680000" scaled="0"/>
            <a:tileRect/>
          </a:gradFill>
        </p:spPr>
        <p:txBody>
          <a:bodyPr wrap="square" lIns="572400" tIns="536400" rIns="1144800" bIns="1717200">
            <a:spAutoFit/>
          </a:bodyPr>
          <a:lstStyle>
            <a:lvl1pPr>
              <a:lnSpc>
                <a:spcPct val="85000"/>
              </a:lnSpc>
              <a:defRPr sz="6000">
                <a:solidFill>
                  <a:schemeClr val="tx1"/>
                </a:solidFill>
              </a:defRPr>
            </a:lvl1pPr>
          </a:lstStyle>
          <a:p>
            <a:r>
              <a:rPr lang="de-DE"/>
              <a:t>Mastertitelformat bearbeiten</a:t>
            </a:r>
          </a:p>
        </p:txBody>
      </p:sp>
      <p:sp>
        <p:nvSpPr>
          <p:cNvPr id="9" name="Slide Number">
            <a:extLst>
              <a:ext uri="{FF2B5EF4-FFF2-40B4-BE49-F238E27FC236}">
                <a16:creationId xmlns:a16="http://schemas.microsoft.com/office/drawing/2014/main" id="{500A14A6-B7A1-761D-E45E-12C1C9C4831B}"/>
              </a:ext>
            </a:extLst>
          </p:cNvPr>
          <p:cNvSpPr>
            <a:spLocks noGrp="1" noRot="1" noMove="1" noResize="1" noEditPoints="1" noAdjustHandles="1" noChangeArrowheads="1" noChangeShapeType="1"/>
          </p:cNvSpPr>
          <p:nvPr>
            <p:ph type="sldNum" sz="quarter" idx="15"/>
          </p:nvPr>
        </p:nvSpPr>
        <p:spPr/>
        <p:txBody>
          <a:bodyPr/>
          <a:lstStyle>
            <a:lvl1pPr>
              <a:defRPr>
                <a:solidFill>
                  <a:schemeClr val="tx1"/>
                </a:solidFill>
              </a:defRPr>
            </a:lvl1p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A0B8956D-471A-BDE4-6296-ADF7DE63CF2F}"/>
              </a:ext>
            </a:extLst>
          </p:cNvPr>
          <p:cNvSpPr>
            <a:spLocks noGrp="1" noRot="1" noMove="1" noResize="1" noEditPoints="1" noAdjustHandles="1" noChangeArrowheads="1" noChangeShapeType="1"/>
          </p:cNvSpPr>
          <p:nvPr>
            <p:ph type="ftr" sz="quarter" idx="14"/>
          </p:nvPr>
        </p:nvSpPr>
        <p:spPr/>
        <p:txBody>
          <a:bodyPr/>
          <a:lstStyle>
            <a:lvl1pPr>
              <a:defRPr>
                <a:solidFill>
                  <a:schemeClr val="tx1"/>
                </a:solidFill>
              </a:defRPr>
            </a:lvl1pPr>
          </a:lstStyle>
          <a:p>
            <a:r>
              <a:rPr lang="en-US"/>
              <a:t>Restricted | © Innomotics 2025</a:t>
            </a:r>
          </a:p>
        </p:txBody>
      </p:sp>
      <p:sp>
        <p:nvSpPr>
          <p:cNvPr id="4" name="INNOMOTICS Logo" descr="INNOMOTICS logo">
            <a:extLst>
              <a:ext uri="{FF2B5EF4-FFF2-40B4-BE49-F238E27FC236}">
                <a16:creationId xmlns:a16="http://schemas.microsoft.com/office/drawing/2014/main" id="{A6BD14E3-2A70-5DDF-18AE-BB1BDD31FA4C}"/>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425300" y="6062400"/>
            <a:ext cx="1195200" cy="4032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endParaRPr lang="de-DE"/>
          </a:p>
        </p:txBody>
      </p:sp>
    </p:spTree>
    <p:extLst>
      <p:ext uri="{BB962C8B-B14F-4D97-AF65-F5344CB8AC3E}">
        <p14:creationId xmlns:p14="http://schemas.microsoft.com/office/powerpoint/2010/main" val="39745582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E1F000"/>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image (light) with headlline">
    <p:bg>
      <p:bgRef idx="1001">
        <a:schemeClr val="bg1"/>
      </p:bgRef>
    </p:bg>
    <p:spTree>
      <p:nvGrpSpPr>
        <p:cNvPr id="1" name=""/>
        <p:cNvGrpSpPr/>
        <p:nvPr/>
      </p:nvGrpSpPr>
      <p:grpSpPr>
        <a:xfrm>
          <a:off x="0" y="0"/>
          <a:ext cx="0" cy="0"/>
          <a:chOff x="0" y="0"/>
          <a:chExt cx="0" cy="0"/>
        </a:xfrm>
      </p:grpSpPr>
      <p:sp>
        <p:nvSpPr>
          <p:cNvPr id="8" name="Picture">
            <a:extLst>
              <a:ext uri="{FF2B5EF4-FFF2-40B4-BE49-F238E27FC236}">
                <a16:creationId xmlns:a16="http://schemas.microsoft.com/office/drawing/2014/main" id="{44E10281-C212-AB8C-190B-231486C2B01F}"/>
              </a:ext>
            </a:extLst>
          </p:cNvPr>
          <p:cNvSpPr>
            <a:spLocks noGrp="1"/>
          </p:cNvSpPr>
          <p:nvPr>
            <p:ph type="pic" sz="quarter" idx="13" hasCustomPrompt="1"/>
          </p:nvPr>
        </p:nvSpPr>
        <p:spPr bwMode="ltGray">
          <a:xfrm>
            <a:off x="0" y="0"/>
            <a:ext cx="12192000" cy="6858000"/>
          </a:xfrm>
          <a:solidFill>
            <a:schemeClr val="accent3"/>
          </a:solidFill>
        </p:spPr>
        <p:txBody>
          <a:bodyPr lIns="572400" tIns="529200" rIns="572400" bIns="1144800" anchor="b" anchorCtr="0"/>
          <a:lstStyle>
            <a:lvl1pPr algn="ctr">
              <a:defRPr>
                <a:solidFill>
                  <a:schemeClr val="tx2"/>
                </a:solidFill>
                <a:sym typeface="Wingdings" panose="05000000000000000000" pitchFamily="2" charset="2"/>
              </a:defRPr>
            </a:lvl1pPr>
          </a:lstStyle>
          <a:p>
            <a:r>
              <a:rPr lang="en-US"/>
              <a:t>Please insert full size image here. Just use “Insert”  “Images”  “Pictures” for it.</a:t>
            </a:r>
          </a:p>
        </p:txBody>
      </p:sp>
      <p:sp>
        <p:nvSpPr>
          <p:cNvPr id="7" name="Title">
            <a:extLst>
              <a:ext uri="{FF2B5EF4-FFF2-40B4-BE49-F238E27FC236}">
                <a16:creationId xmlns:a16="http://schemas.microsoft.com/office/drawing/2014/main" id="{229F07C3-3322-861D-6444-8F5F6AB4005B}"/>
              </a:ext>
            </a:extLst>
          </p:cNvPr>
          <p:cNvSpPr>
            <a:spLocks noGrp="1"/>
          </p:cNvSpPr>
          <p:nvPr>
            <p:ph type="title"/>
          </p:nvPr>
        </p:nvSpPr>
        <p:spPr>
          <a:xfrm>
            <a:off x="0" y="0"/>
            <a:ext cx="12192000" cy="3812552"/>
          </a:xfrm>
          <a:gradFill flip="none" rotWithShape="1">
            <a:gsLst>
              <a:gs pos="15000">
                <a:schemeClr val="bg1">
                  <a:alpha val="60000"/>
                </a:schemeClr>
              </a:gs>
              <a:gs pos="60000">
                <a:schemeClr val="bg1">
                  <a:alpha val="0"/>
                </a:schemeClr>
              </a:gs>
            </a:gsLst>
            <a:lin ang="4680000" scaled="0"/>
            <a:tileRect/>
          </a:gradFill>
        </p:spPr>
        <p:txBody>
          <a:bodyPr wrap="square" lIns="572400" tIns="536400" rIns="1144800" bIns="1717200">
            <a:spAutoFit/>
          </a:bodyPr>
          <a:lstStyle>
            <a:lvl1pPr>
              <a:lnSpc>
                <a:spcPct val="85000"/>
              </a:lnSpc>
              <a:defRPr sz="6000">
                <a:solidFill>
                  <a:schemeClr val="tx2"/>
                </a:solidFill>
              </a:defRPr>
            </a:lvl1pPr>
          </a:lstStyle>
          <a:p>
            <a:r>
              <a:rPr lang="de-DE"/>
              <a:t>Mastertitelformat bearbeiten</a:t>
            </a:r>
          </a:p>
        </p:txBody>
      </p:sp>
      <p:sp>
        <p:nvSpPr>
          <p:cNvPr id="9" name="Slide Number">
            <a:extLst>
              <a:ext uri="{FF2B5EF4-FFF2-40B4-BE49-F238E27FC236}">
                <a16:creationId xmlns:a16="http://schemas.microsoft.com/office/drawing/2014/main" id="{285781F7-3257-C26C-AFC1-2FE24314102D}"/>
              </a:ext>
            </a:extLst>
          </p:cNvPr>
          <p:cNvSpPr>
            <a:spLocks noGrp="1" noRot="1" noMove="1" noResize="1" noEditPoints="1" noAdjustHandles="1" noChangeArrowheads="1" noChangeShapeType="1"/>
          </p:cNvSpPr>
          <p:nvPr>
            <p:ph type="sldNum" sz="quarter" idx="15"/>
          </p:nvPr>
        </p:nvSpPr>
        <p:spPr/>
        <p:txBody>
          <a:bodyPr/>
          <a:lstStyle/>
          <a:p>
            <a:fld id="{137D8BA7-682C-4331-A81D-840B761D64DF}" type="slidenum">
              <a:rPr lang="en-US" smtClean="0"/>
              <a:pPr/>
              <a:t>‹#›</a:t>
            </a:fld>
            <a:endParaRPr lang="en-US"/>
          </a:p>
        </p:txBody>
      </p:sp>
      <p:sp>
        <p:nvSpPr>
          <p:cNvPr id="6" name="Footer">
            <a:extLst>
              <a:ext uri="{FF2B5EF4-FFF2-40B4-BE49-F238E27FC236}">
                <a16:creationId xmlns:a16="http://schemas.microsoft.com/office/drawing/2014/main" id="{B1AE7EF2-D2DC-95A2-987C-60CBCBC162FA}"/>
              </a:ext>
            </a:extLst>
          </p:cNvPr>
          <p:cNvSpPr>
            <a:spLocks noGrp="1" noRot="1" noMove="1" noResize="1" noEditPoints="1" noAdjustHandles="1" noChangeArrowheads="1" noChangeShapeType="1"/>
          </p:cNvSpPr>
          <p:nvPr>
            <p:ph type="ftr" sz="quarter" idx="14"/>
          </p:nvPr>
        </p:nvSpPr>
        <p:spPr/>
        <p:txBody>
          <a:bodyPr/>
          <a:lstStyle/>
          <a:p>
            <a:r>
              <a:rPr lang="en-US" noProof="0"/>
              <a:t>Restricted | © Innomotics 2025</a:t>
            </a:r>
          </a:p>
        </p:txBody>
      </p:sp>
      <p:sp>
        <p:nvSpPr>
          <p:cNvPr id="5" name="INNOMOTICS Logo" descr="INNOMOTICS logo">
            <a:extLst>
              <a:ext uri="{FF2B5EF4-FFF2-40B4-BE49-F238E27FC236}">
                <a16:creationId xmlns:a16="http://schemas.microsoft.com/office/drawing/2014/main" id="{096990E1-0CBD-CAD4-14AA-6A3F19AECCB7}"/>
              </a:ext>
              <a:ext uri="{C183D7F6-B498-43B3-948B-1728B52AA6E4}">
                <adec:decorative xmlns:adec="http://schemas.microsoft.com/office/drawing/2017/decorative" val="0"/>
              </a:ext>
            </a:extLst>
          </p:cNvPr>
          <p:cNvSpPr>
            <a:spLocks noGrp="1" noRot="1" noMove="1" noResize="1" noEditPoints="1" noAdjustHandles="1" noChangeArrowheads="1" noChangeShapeType="1"/>
          </p:cNvSpPr>
          <p:nvPr>
            <p:ph type="body" sz="quarter" idx="17" hasCustomPrompt="1"/>
          </p:nvPr>
        </p:nvSpPr>
        <p:spPr>
          <a:xfrm>
            <a:off x="10425300" y="6062400"/>
            <a:ext cx="1195200" cy="403200"/>
          </a:xfrm>
          <a:blipFill>
            <a:blip>
              <a:extLst>
                <a:ext uri="{96DAC541-7B7A-43D3-8B79-37D633B846F1}">
                  <asvg:svgBlip xmlns:asvg="http://schemas.microsoft.com/office/drawing/2016/SVG/main" r:embed="rId2"/>
                </a:ext>
              </a:extLst>
            </a:blip>
            <a:stretch>
              <a:fillRect/>
            </a:stretch>
          </a:blipFill>
        </p:spPr>
        <p:txBody>
          <a:bodyPr rIns="0"/>
          <a:lstStyle>
            <a:lvl1pPr>
              <a:defRPr sz="100">
                <a:solidFill>
                  <a:schemeClr val="bg1">
                    <a:alpha val="0"/>
                  </a:schemeClr>
                </a:solidFill>
              </a:defRPr>
            </a:lvl1pPr>
          </a:lstStyle>
          <a:p>
            <a:pPr lvl="0"/>
            <a:r>
              <a:rPr lang="en-US"/>
              <a:t>Logo</a:t>
            </a:r>
            <a:endParaRPr lang="de-DE"/>
          </a:p>
        </p:txBody>
      </p:sp>
    </p:spTree>
    <p:extLst>
      <p:ext uri="{BB962C8B-B14F-4D97-AF65-F5344CB8AC3E}">
        <p14:creationId xmlns:p14="http://schemas.microsoft.com/office/powerpoint/2010/main" val="30121358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08191F"/>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2B75BE-53B2-80BF-5F29-0F34B9E7A2FA}"/>
              </a:ext>
            </a:extLst>
          </p:cNvPr>
          <p:cNvSpPr>
            <a:spLocks noGrp="1"/>
          </p:cNvSpPr>
          <p:nvPr>
            <p:ph type="title"/>
          </p:nvPr>
        </p:nvSpPr>
        <p:spPr>
          <a:xfrm>
            <a:off x="571500" y="1714499"/>
            <a:ext cx="11048999" cy="2980800"/>
          </a:xfrm>
        </p:spPr>
        <p:txBody>
          <a:bodyPr wrap="square" anchor="b" anchorCtr="0">
            <a:noAutofit/>
          </a:bodyPr>
          <a:lstStyle>
            <a:lvl1pPr>
              <a:lnSpc>
                <a:spcPct val="93000"/>
              </a:lnSpc>
              <a:defRPr sz="4400"/>
            </a:lvl1pPr>
          </a:lstStyle>
          <a:p>
            <a:r>
              <a:rPr lang="de-DE"/>
              <a:t>Mastertitelformat bearbeiten</a:t>
            </a:r>
          </a:p>
        </p:txBody>
      </p:sp>
      <p:sp>
        <p:nvSpPr>
          <p:cNvPr id="11" name="Text">
            <a:extLst>
              <a:ext uri="{FF2B5EF4-FFF2-40B4-BE49-F238E27FC236}">
                <a16:creationId xmlns:a16="http://schemas.microsoft.com/office/drawing/2014/main" id="{CC5F0C93-F65F-89A7-EBE0-783D091058C7}"/>
              </a:ext>
            </a:extLst>
          </p:cNvPr>
          <p:cNvSpPr>
            <a:spLocks noGrp="1"/>
          </p:cNvSpPr>
          <p:nvPr>
            <p:ph type="body" sz="quarter" idx="13"/>
          </p:nvPr>
        </p:nvSpPr>
        <p:spPr>
          <a:xfrm>
            <a:off x="571500" y="4694400"/>
            <a:ext cx="7556499" cy="1018800"/>
          </a:xfrm>
        </p:spPr>
        <p:txBody>
          <a:bodyPr tIns="205200"/>
          <a:lstStyle>
            <a:lvl1pPr>
              <a:lnSpc>
                <a:spcPct val="108000"/>
              </a:lnSpc>
              <a:defRPr sz="2000">
                <a:solidFill>
                  <a:schemeClr val="tx2"/>
                </a:solidFill>
              </a:defRPr>
            </a:lvl1pPr>
            <a:lvl2pPr>
              <a:defRPr sz="2000">
                <a:solidFill>
                  <a:schemeClr val="tx2"/>
                </a:solidFill>
              </a:defRPr>
            </a:lvl2pPr>
            <a:lvl3pPr>
              <a:defRPr sz="2000">
                <a:solidFill>
                  <a:schemeClr val="tx2"/>
                </a:solidFill>
              </a:defRPr>
            </a:lvl3pPr>
            <a:lvl4pPr>
              <a:defRPr sz="2000">
                <a:solidFill>
                  <a:schemeClr val="tx2"/>
                </a:solidFill>
              </a:defRPr>
            </a:lvl4pPr>
            <a:lvl5pPr>
              <a:defRPr sz="2000">
                <a:solidFill>
                  <a:schemeClr val="tx2"/>
                </a:solidFill>
              </a:defRPr>
            </a:lvl5pPr>
          </a:lstStyle>
          <a:p>
            <a:pPr lvl="0"/>
            <a:r>
              <a:rPr lang="de-DE"/>
              <a:t>Mastertextformat bearbeiten</a:t>
            </a:r>
          </a:p>
        </p:txBody>
      </p:sp>
      <p:sp>
        <p:nvSpPr>
          <p:cNvPr id="15" name="Quotation marks">
            <a:extLst>
              <a:ext uri="{FF2B5EF4-FFF2-40B4-BE49-F238E27FC236}">
                <a16:creationId xmlns:a16="http://schemas.microsoft.com/office/drawing/2014/main" id="{7AFF8380-FFEA-A991-C750-1C7043402622}"/>
              </a:ext>
              <a:ext uri="{C183D7F6-B498-43B3-948B-1728B52AA6E4}">
                <adec:decorative xmlns:adec="http://schemas.microsoft.com/office/drawing/2017/decorative" val="1"/>
              </a:ext>
            </a:extLst>
          </p:cNvPr>
          <p:cNvSpPr>
            <a:spLocks/>
          </p:cNvSpPr>
          <p:nvPr userDrawn="1"/>
        </p:nvSpPr>
        <p:spPr bwMode="ltGray">
          <a:xfrm>
            <a:off x="571500" y="0"/>
            <a:ext cx="1016000" cy="1143000"/>
          </a:xfrm>
          <a:custGeom>
            <a:avLst/>
            <a:gdLst>
              <a:gd name="connsiteX0" fmla="*/ 571501 w 1016000"/>
              <a:gd name="connsiteY0" fmla="*/ 0 h 1143000"/>
              <a:gd name="connsiteX1" fmla="*/ 1016000 w 1016000"/>
              <a:gd name="connsiteY1" fmla="*/ 0 h 1143000"/>
              <a:gd name="connsiteX2" fmla="*/ 1016000 w 1016000"/>
              <a:gd name="connsiteY2" fmla="*/ 1143000 h 1143000"/>
              <a:gd name="connsiteX3" fmla="*/ 571501 w 1016000"/>
              <a:gd name="connsiteY3" fmla="*/ 1143000 h 1143000"/>
              <a:gd name="connsiteX4" fmla="*/ 0 w 1016000"/>
              <a:gd name="connsiteY4" fmla="*/ 0 h 1143000"/>
              <a:gd name="connsiteX5" fmla="*/ 444499 w 1016000"/>
              <a:gd name="connsiteY5" fmla="*/ 0 h 1143000"/>
              <a:gd name="connsiteX6" fmla="*/ 444499 w 1016000"/>
              <a:gd name="connsiteY6" fmla="*/ 1143000 h 1143000"/>
              <a:gd name="connsiteX7" fmla="*/ 0 w 1016000"/>
              <a:gd name="connsiteY7" fmla="*/ 1143000 h 114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6000" h="1143000">
                <a:moveTo>
                  <a:pt x="571501" y="0"/>
                </a:moveTo>
                <a:lnTo>
                  <a:pt x="1016000" y="0"/>
                </a:lnTo>
                <a:lnTo>
                  <a:pt x="1016000" y="1143000"/>
                </a:lnTo>
                <a:lnTo>
                  <a:pt x="571501" y="1143000"/>
                </a:lnTo>
                <a:close/>
                <a:moveTo>
                  <a:pt x="0" y="0"/>
                </a:moveTo>
                <a:lnTo>
                  <a:pt x="444499" y="0"/>
                </a:lnTo>
                <a:lnTo>
                  <a:pt x="444499" y="1143000"/>
                </a:lnTo>
                <a:lnTo>
                  <a:pt x="0" y="1143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noAutofit/>
          </a:bodyPr>
          <a:lstStyle/>
          <a:p>
            <a:pPr algn="ctr"/>
            <a:endParaRPr lang="de-DE" sz="1600"/>
          </a:p>
        </p:txBody>
      </p:sp>
      <p:sp>
        <p:nvSpPr>
          <p:cNvPr id="8" name="Slide Number">
            <a:extLst>
              <a:ext uri="{FF2B5EF4-FFF2-40B4-BE49-F238E27FC236}">
                <a16:creationId xmlns:a16="http://schemas.microsoft.com/office/drawing/2014/main" id="{9DE075F3-BDA7-19DD-5EB4-08C14375F9F6}"/>
              </a:ext>
            </a:extLst>
          </p:cNvPr>
          <p:cNvSpPr>
            <a:spLocks noGrp="1" noRot="1" noMove="1" noResize="1" noEditPoints="1" noAdjustHandles="1" noChangeArrowheads="1" noChangeShapeType="1"/>
          </p:cNvSpPr>
          <p:nvPr>
            <p:ph type="sldNum" sz="quarter" idx="15"/>
          </p:nvPr>
        </p:nvSpPr>
        <p:spPr/>
        <p:txBody>
          <a:bodyPr/>
          <a:lstStyle/>
          <a:p>
            <a:fld id="{137D8BA7-682C-4331-A81D-840B761D64DF}" type="slidenum">
              <a:rPr lang="en-US" smtClean="0"/>
              <a:pPr/>
              <a:t>‹#›</a:t>
            </a:fld>
            <a:endParaRPr lang="en-US"/>
          </a:p>
        </p:txBody>
      </p:sp>
      <p:sp>
        <p:nvSpPr>
          <p:cNvPr id="7" name="Footer">
            <a:extLst>
              <a:ext uri="{FF2B5EF4-FFF2-40B4-BE49-F238E27FC236}">
                <a16:creationId xmlns:a16="http://schemas.microsoft.com/office/drawing/2014/main" id="{99C345B5-3D0B-7AAB-D13C-BFA57A2240DD}"/>
              </a:ext>
            </a:extLst>
          </p:cNvPr>
          <p:cNvSpPr>
            <a:spLocks noGrp="1" noRot="1" noMove="1" noResize="1" noEditPoints="1" noAdjustHandles="1" noChangeArrowheads="1" noChangeShapeType="1"/>
          </p:cNvSpPr>
          <p:nvPr>
            <p:ph type="ftr" sz="quarter" idx="14"/>
          </p:nvPr>
        </p:nvSpPr>
        <p:spPr/>
        <p:txBody>
          <a:bodyPr/>
          <a:lstStyle/>
          <a:p>
            <a:r>
              <a:rPr lang="en-US" noProof="0"/>
              <a:t>Restricted | © Innomotics 2025</a:t>
            </a:r>
          </a:p>
        </p:txBody>
      </p:sp>
      <p:pic>
        <p:nvPicPr>
          <p:cNvPr id="3" name="INNOMOTICS Logo" descr="INNOMOTICS – A Siemens Business logo">
            <a:extLst>
              <a:ext uri="{FF2B5EF4-FFF2-40B4-BE49-F238E27FC236}">
                <a16:creationId xmlns:a16="http://schemas.microsoft.com/office/drawing/2014/main" id="{AF961B23-CB8B-E948-38B2-A8F6BC8F6A13}"/>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24050136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08191F"/>
          </p15:clr>
        </p15:guide>
        <p15:guide id="20" orient="horz" pos="3240">
          <p15:clr>
            <a:srgbClr val="B4BABB"/>
          </p15:clr>
        </p15:guide>
        <p15:guide id="21" orient="horz" pos="3600">
          <p15:clr>
            <a:srgbClr val="08191F"/>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2B75BE-53B2-80BF-5F29-0F34B9E7A2FA}"/>
              </a:ext>
            </a:extLst>
          </p:cNvPr>
          <p:cNvSpPr>
            <a:spLocks noGrp="1"/>
          </p:cNvSpPr>
          <p:nvPr>
            <p:ph type="title" hasCustomPrompt="1"/>
          </p:nvPr>
        </p:nvSpPr>
        <p:spPr>
          <a:xfrm>
            <a:off x="571500" y="571500"/>
            <a:ext cx="11048999" cy="4572000"/>
          </a:xfrm>
        </p:spPr>
        <p:txBody>
          <a:bodyPr wrap="square" tIns="432000" bIns="0" anchor="ctr" anchorCtr="1">
            <a:noAutofit/>
          </a:bodyPr>
          <a:lstStyle>
            <a:lvl1pPr algn="ctr">
              <a:lnSpc>
                <a:spcPct val="85000"/>
              </a:lnSpc>
              <a:defRPr sz="11000"/>
            </a:lvl1pPr>
          </a:lstStyle>
          <a:p>
            <a:r>
              <a:rPr lang="en-US"/>
              <a:t>Goodbye formula</a:t>
            </a:r>
            <a:endParaRPr lang="de-DE"/>
          </a:p>
        </p:txBody>
      </p:sp>
      <p:pic>
        <p:nvPicPr>
          <p:cNvPr id="3" name="INNOMOTICS Logo">
            <a:extLst>
              <a:ext uri="{FF2B5EF4-FFF2-40B4-BE49-F238E27FC236}">
                <a16:creationId xmlns:a16="http://schemas.microsoft.com/office/drawing/2014/main" id="{760CD81B-6F96-E7FB-2384-772BAD6C13A4}"/>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90"/>
            <a:ext cx="1194813" cy="403196"/>
          </a:xfrm>
          <a:prstGeom prst="rect">
            <a:avLst/>
          </a:prstGeom>
        </p:spPr>
      </p:pic>
    </p:spTree>
    <p:extLst>
      <p:ext uri="{BB962C8B-B14F-4D97-AF65-F5344CB8AC3E}">
        <p14:creationId xmlns:p14="http://schemas.microsoft.com/office/powerpoint/2010/main" val="2533744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B4BABB"/>
          </p15:clr>
        </p15:guide>
        <p15:guide id="5" pos="3200">
          <p15:clr>
            <a:srgbClr val="B4BABB"/>
          </p15:clr>
        </p15:guide>
        <p15:guide id="6" pos="3840">
          <p15:clr>
            <a:srgbClr val="B4BABB"/>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B4BABB"/>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B4BABB"/>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act">
    <p:bg>
      <p:bgRef idx="1001">
        <a:schemeClr val="bg2"/>
      </p:bgRef>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F1026F59-C341-219A-95D1-F1AD700E7D56}"/>
              </a:ext>
            </a:extLst>
          </p:cNvPr>
          <p:cNvSpPr>
            <a:spLocks noGrp="1"/>
          </p:cNvSpPr>
          <p:nvPr>
            <p:ph type="title" hasCustomPrompt="1"/>
          </p:nvPr>
        </p:nvSpPr>
        <p:spPr bwMode="invGray">
          <a:xfrm>
            <a:off x="0" y="1143000"/>
            <a:ext cx="4064000" cy="1143000"/>
          </a:xfrm>
          <a:solidFill>
            <a:schemeClr val="tx2"/>
          </a:solidFill>
        </p:spPr>
        <p:txBody>
          <a:bodyPr lIns="1015200" anchor="ctr" anchorCtr="0"/>
          <a:lstStyle>
            <a:lvl1pPr>
              <a:lnSpc>
                <a:spcPct val="100000"/>
              </a:lnSpc>
              <a:defRPr sz="4400">
                <a:solidFill>
                  <a:schemeClr val="bg1"/>
                </a:solidFill>
              </a:defRPr>
            </a:lvl1pPr>
          </a:lstStyle>
          <a:p>
            <a:r>
              <a:rPr lang="en-US"/>
              <a:t>Add Cont.</a:t>
            </a:r>
            <a:endParaRPr lang="de-DE"/>
          </a:p>
        </p:txBody>
      </p:sp>
      <p:sp>
        <p:nvSpPr>
          <p:cNvPr id="9" name="Contact information">
            <a:extLst>
              <a:ext uri="{FF2B5EF4-FFF2-40B4-BE49-F238E27FC236}">
                <a16:creationId xmlns:a16="http://schemas.microsoft.com/office/drawing/2014/main" id="{9B774D6A-6F81-DA3A-FCE9-BECDE17ED33C}"/>
              </a:ext>
            </a:extLst>
          </p:cNvPr>
          <p:cNvSpPr>
            <a:spLocks noGrp="1"/>
          </p:cNvSpPr>
          <p:nvPr>
            <p:ph type="body" sz="quarter" idx="13"/>
          </p:nvPr>
        </p:nvSpPr>
        <p:spPr>
          <a:xfrm>
            <a:off x="6096000" y="1645200"/>
            <a:ext cx="5524500" cy="4071600"/>
          </a:xfrm>
        </p:spPr>
        <p:txBody>
          <a:bodyPr/>
          <a:lstStyle>
            <a:lvl1pPr defTabSz="252000">
              <a:spcAft>
                <a:spcPts val="1200"/>
              </a:spcAft>
              <a:tabLst>
                <a:tab pos="864000" algn="l"/>
              </a:tabLst>
              <a:defRPr/>
            </a:lvl1pPr>
            <a:lvl2pPr marL="0" indent="0" defTabSz="252000">
              <a:spcAft>
                <a:spcPts val="0"/>
              </a:spcAft>
              <a:buFont typeface="Arial" panose="020B0604020202020204" pitchFamily="34" charset="0"/>
              <a:buNone/>
              <a:tabLst>
                <a:tab pos="864000" algn="l"/>
              </a:tabLst>
              <a:defRPr b="1"/>
            </a:lvl2pPr>
            <a:lvl3pPr marL="0" indent="0" defTabSz="252000">
              <a:spcBef>
                <a:spcPts val="300"/>
              </a:spcBef>
              <a:spcAft>
                <a:spcPts val="0"/>
              </a:spcAft>
              <a:buFont typeface="Arial" panose="020B0604020202020204" pitchFamily="34" charset="0"/>
              <a:buNone/>
              <a:tabLst>
                <a:tab pos="864000" algn="l"/>
              </a:tabLst>
              <a:defRPr/>
            </a:lvl3pPr>
            <a:lvl4pPr marL="0" indent="0" defTabSz="252000">
              <a:spcBef>
                <a:spcPts val="300"/>
              </a:spcBef>
              <a:spcAft>
                <a:spcPts val="1200"/>
              </a:spcAft>
              <a:buFont typeface="Arial" panose="020B0604020202020204" pitchFamily="34" charset="0"/>
              <a:buNone/>
              <a:tabLst>
                <a:tab pos="864000" algn="l"/>
              </a:tabLst>
              <a:defRPr/>
            </a:lvl4pPr>
            <a:lvl5pPr marL="324000" indent="-324000">
              <a:spcBef>
                <a:spcPts val="400"/>
              </a:spcBef>
              <a:spcAft>
                <a:spcPts val="0"/>
              </a:spcAft>
              <a:buFontTx/>
              <a:buBlip>
                <a:blip>
                  <a:extLst>
                    <a:ext uri="{96DAC541-7B7A-43D3-8B79-37D633B846F1}">
                      <asvg:svgBlip xmlns:asvg="http://schemas.microsoft.com/office/drawing/2016/SVG/main" r:embed="rId2"/>
                    </a:ext>
                  </a:extLst>
                </a:blip>
              </a:buBlip>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Slide Number">
            <a:extLst>
              <a:ext uri="{FF2B5EF4-FFF2-40B4-BE49-F238E27FC236}">
                <a16:creationId xmlns:a16="http://schemas.microsoft.com/office/drawing/2014/main" id="{24BE5A0F-65E4-97B9-AD32-51C9E41839BE}"/>
              </a:ext>
            </a:extLst>
          </p:cNvPr>
          <p:cNvSpPr>
            <a:spLocks noGrp="1" noRot="1" noMove="1" noResize="1" noEditPoints="1" noAdjustHandles="1" noChangeArrowheads="1" noChangeShapeType="1"/>
          </p:cNvSpPr>
          <p:nvPr>
            <p:ph type="sldNum" sz="quarter" idx="15"/>
          </p:nvPr>
        </p:nvSpPr>
        <p:spPr/>
        <p:txBody>
          <a:bodyPr/>
          <a:lstStyle/>
          <a:p>
            <a:fld id="{137D8BA7-682C-4331-A81D-840B761D64DF}" type="slidenum">
              <a:rPr lang="en-US" smtClean="0"/>
              <a:pPr/>
              <a:t>‹#›</a:t>
            </a:fld>
            <a:endParaRPr lang="en-US"/>
          </a:p>
        </p:txBody>
      </p:sp>
      <p:sp>
        <p:nvSpPr>
          <p:cNvPr id="6" name="Footer">
            <a:extLst>
              <a:ext uri="{FF2B5EF4-FFF2-40B4-BE49-F238E27FC236}">
                <a16:creationId xmlns:a16="http://schemas.microsoft.com/office/drawing/2014/main" id="{B95AAD75-843C-9FE3-5971-26F213BA1C81}"/>
              </a:ext>
            </a:extLst>
          </p:cNvPr>
          <p:cNvSpPr>
            <a:spLocks noGrp="1" noRot="1" noMove="1" noResize="1" noEditPoints="1" noAdjustHandles="1" noChangeArrowheads="1" noChangeShapeType="1"/>
          </p:cNvSpPr>
          <p:nvPr>
            <p:ph type="ftr" sz="quarter" idx="14"/>
          </p:nvPr>
        </p:nvSpPr>
        <p:spPr/>
        <p:txBody>
          <a:bodyPr/>
          <a:lstStyle/>
          <a:p>
            <a:r>
              <a:rPr lang="en-US" noProof="0"/>
              <a:t>Restricted | © Innomotics 2025</a:t>
            </a:r>
          </a:p>
        </p:txBody>
      </p:sp>
      <p:sp>
        <p:nvSpPr>
          <p:cNvPr id="4" name="Picture Placeholder 3">
            <a:extLst>
              <a:ext uri="{FF2B5EF4-FFF2-40B4-BE49-F238E27FC236}">
                <a16:creationId xmlns:a16="http://schemas.microsoft.com/office/drawing/2014/main" id="{B8CBF11B-AF76-6387-A33E-FEFA3BC0FF6D}"/>
              </a:ext>
            </a:extLst>
          </p:cNvPr>
          <p:cNvSpPr>
            <a:spLocks noGrp="1"/>
          </p:cNvSpPr>
          <p:nvPr>
            <p:ph type="pic" sz="quarter" idx="16" hasCustomPrompt="1"/>
          </p:nvPr>
        </p:nvSpPr>
        <p:spPr>
          <a:xfrm>
            <a:off x="2032000" y="2857500"/>
            <a:ext cx="2032000" cy="2286000"/>
          </a:xfrm>
        </p:spPr>
        <p:txBody>
          <a:bodyPr lIns="180000" tIns="144000" rIns="180000" bIns="144000"/>
          <a:lstStyle>
            <a:lvl1pPr>
              <a:defRPr/>
            </a:lvl1pPr>
          </a:lstStyle>
          <a:p>
            <a:r>
              <a:rPr lang="de-DE"/>
              <a:t>Optional</a:t>
            </a:r>
            <a:br>
              <a:rPr lang="de-DE"/>
            </a:br>
            <a:r>
              <a:rPr lang="de-DE" err="1"/>
              <a:t>Portait</a:t>
            </a:r>
            <a:endParaRPr lang="de-DE"/>
          </a:p>
        </p:txBody>
      </p:sp>
      <p:pic>
        <p:nvPicPr>
          <p:cNvPr id="3" name="INNOMOTICS Logo" descr="INNOMOTICS – A Siemens Business logo">
            <a:extLst>
              <a:ext uri="{FF2B5EF4-FFF2-40B4-BE49-F238E27FC236}">
                <a16:creationId xmlns:a16="http://schemas.microsoft.com/office/drawing/2014/main" id="{BC0A8C85-49CB-8847-5C53-092BDD07C9D8}"/>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rcRect/>
          <a:stretch/>
        </p:blipFill>
        <p:spPr>
          <a:xfrm>
            <a:off x="10425687" y="6062688"/>
            <a:ext cx="1194813" cy="403200"/>
          </a:xfrm>
          <a:prstGeom prst="rect">
            <a:avLst/>
          </a:prstGeom>
        </p:spPr>
      </p:pic>
    </p:spTree>
    <p:extLst>
      <p:ext uri="{BB962C8B-B14F-4D97-AF65-F5344CB8AC3E}">
        <p14:creationId xmlns:p14="http://schemas.microsoft.com/office/powerpoint/2010/main" val="23867954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08191F"/>
          </p15:clr>
        </p15:guide>
        <p15:guide id="7" pos="4480">
          <p15:clr>
            <a:srgbClr val="B4BABB"/>
          </p15:clr>
        </p15:guide>
        <p15:guide id="8" pos="5120">
          <p15:clr>
            <a:srgbClr val="B4BABB"/>
          </p15:clr>
        </p15:guide>
        <p15:guide id="9" pos="5760">
          <p15:clr>
            <a:srgbClr val="B4BABB"/>
          </p15:clr>
        </p15:guide>
        <p15:guide id="10" pos="6400">
          <p15:clr>
            <a:srgbClr val="B4BABB"/>
          </p15:clr>
        </p15:guide>
        <p15:guide id="11" pos="7040">
          <p15:clr>
            <a:srgbClr val="B4BABB"/>
          </p15:clr>
        </p15:guide>
        <p15:guide id="13" orient="horz" pos="720">
          <p15:clr>
            <a:srgbClr val="B4BABB"/>
          </p15:clr>
        </p15:guide>
        <p15:guide id="14" orient="horz" pos="1080">
          <p15:clr>
            <a:srgbClr val="08191F"/>
          </p15:clr>
        </p15:guide>
        <p15:guide id="15" orient="horz" pos="1440">
          <p15:clr>
            <a:srgbClr val="B4BABB"/>
          </p15:clr>
        </p15:guide>
        <p15:guide id="16" orient="horz" pos="1800">
          <p15:clr>
            <a:srgbClr val="B4BABB"/>
          </p15:clr>
        </p15:guide>
        <p15:guide id="17" orient="horz" pos="2160">
          <p15:clr>
            <a:srgbClr val="B4BABB"/>
          </p15:clr>
        </p15:guide>
        <p15:guide id="18" orient="horz" pos="2520">
          <p15:clr>
            <a:srgbClr val="B4BABB"/>
          </p15:clr>
        </p15:guide>
        <p15:guide id="19" orient="horz" pos="2880">
          <p15:clr>
            <a:srgbClr val="B4BABB"/>
          </p15:clr>
        </p15:guide>
        <p15:guide id="20" orient="horz" pos="3240">
          <p15:clr>
            <a:srgbClr val="B4BABB"/>
          </p15:clr>
        </p15:guide>
        <p15:guide id="21" orient="horz" pos="3600">
          <p15:clr>
            <a:srgbClr val="08191F"/>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able of contents / Agenda">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CDB9E4A-37E0-45B2-BC93-C2EC503FB8F7}"/>
              </a:ext>
            </a:extLst>
          </p:cNvPr>
          <p:cNvSpPr>
            <a:spLocks noGrp="1"/>
          </p:cNvSpPr>
          <p:nvPr>
            <p:ph type="title"/>
          </p:nvPr>
        </p:nvSpPr>
        <p:spPr bwMode="black"/>
        <p:txBody>
          <a:bodyPr/>
          <a:lstStyle>
            <a:lvl1pPr>
              <a:defRPr>
                <a:solidFill>
                  <a:schemeClr val="tx1"/>
                </a:solidFill>
              </a:defRPr>
            </a:lvl1pPr>
          </a:lstStyle>
          <a:p>
            <a:r>
              <a:rPr lang="en-US"/>
              <a:t>Click to edit Master title style</a:t>
            </a:r>
          </a:p>
        </p:txBody>
      </p:sp>
      <p:sp>
        <p:nvSpPr>
          <p:cNvPr id="5" name="Footer Placeholder">
            <a:extLst>
              <a:ext uri="{FF2B5EF4-FFF2-40B4-BE49-F238E27FC236}">
                <a16:creationId xmlns:a16="http://schemas.microsoft.com/office/drawing/2014/main" id="{16495290-0795-4AB1-8AEA-2BB786783622}"/>
              </a:ext>
            </a:extLst>
          </p:cNvPr>
          <p:cNvSpPr>
            <a:spLocks noGrp="1"/>
          </p:cNvSpPr>
          <p:nvPr>
            <p:ph type="ftr" sz="quarter" idx="10"/>
          </p:nvPr>
        </p:nvSpPr>
        <p:spPr bwMode="black"/>
        <p:txBody>
          <a:bodyPr/>
          <a:lstStyle/>
          <a:p>
            <a:pPr>
              <a:lnSpc>
                <a:spcPct val="100000"/>
              </a:lnSpc>
            </a:pPr>
            <a:r>
              <a:rPr lang="en-US"/>
              <a:t>Restricted | © Innomotics 2025</a:t>
            </a:r>
          </a:p>
        </p:txBody>
      </p:sp>
      <p:sp>
        <p:nvSpPr>
          <p:cNvPr id="6" name="Slide Number Placeholder">
            <a:extLst>
              <a:ext uri="{FF2B5EF4-FFF2-40B4-BE49-F238E27FC236}">
                <a16:creationId xmlns:a16="http://schemas.microsoft.com/office/drawing/2014/main" id="{E8FC1C65-873A-4B8F-BB57-51EEBC35A1A9}"/>
              </a:ext>
            </a:extLst>
          </p:cNvPr>
          <p:cNvSpPr>
            <a:spLocks noGrp="1"/>
          </p:cNvSpPr>
          <p:nvPr>
            <p:ph type="sldNum" sz="quarter" idx="11"/>
          </p:nvPr>
        </p:nvSpPr>
        <p:spPr bwMode="black"/>
        <p:txBody>
          <a:bodyPr/>
          <a:lstStyle/>
          <a:p>
            <a:r>
              <a:rPr lang="en-US"/>
              <a:t>Page </a:t>
            </a:r>
            <a:fld id="{15EBE321-CBB1-4E91-BD14-37C8D44326FB}" type="slidenum">
              <a:rPr lang="en-US" smtClean="0"/>
              <a:pPr/>
              <a:t>‹#›</a:t>
            </a:fld>
            <a:endParaRPr lang="en-US"/>
          </a:p>
        </p:txBody>
      </p:sp>
      <p:pic>
        <p:nvPicPr>
          <p:cNvPr id="7" name="Siemens Logo">
            <a:extLst>
              <a:ext uri="{FF2B5EF4-FFF2-40B4-BE49-F238E27FC236}">
                <a16:creationId xmlns:a16="http://schemas.microsoft.com/office/drawing/2014/main" id="{863976F1-B9C2-4217-A36A-7F1DCFF6EE2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bwMode="black">
          <a:xfrm>
            <a:off x="10635188" y="6418800"/>
            <a:ext cx="1152000" cy="183168"/>
          </a:xfrm>
          <a:prstGeom prst="rect">
            <a:avLst/>
          </a:prstGeom>
        </p:spPr>
      </p:pic>
    </p:spTree>
    <p:extLst>
      <p:ext uri="{BB962C8B-B14F-4D97-AF65-F5344CB8AC3E}">
        <p14:creationId xmlns:p14="http://schemas.microsoft.com/office/powerpoint/2010/main" val="34287151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extLst>
    <p:ext uri="{DCECCB84-F9BA-43D5-87BE-67443E8EF086}">
      <p15:sldGuideLst xmlns:p15="http://schemas.microsoft.com/office/powerpoint/2012/main">
        <p15:guide id="1" pos="259">
          <p15:clr>
            <a:srgbClr val="65CEFF"/>
          </p15:clr>
        </p15:guide>
        <p15:guide id="9" pos="6472">
          <p15:clr>
            <a:srgbClr val="65CEFF"/>
          </p15:clr>
        </p15:guide>
        <p15:guide id="10" pos="7425">
          <p15:clr>
            <a:srgbClr val="65CEFF"/>
          </p15:clr>
        </p15:guide>
        <p15:guide id="11" orient="horz" pos="302">
          <p15:clr>
            <a:srgbClr val="65CEFF"/>
          </p15:clr>
        </p15:guide>
        <p15:guide id="12" orient="horz" pos="664">
          <p15:clr>
            <a:srgbClr val="65CEFF"/>
          </p15:clr>
        </p15:guide>
        <p15:guide id="13" orient="horz" pos="891">
          <p15:clr>
            <a:srgbClr val="65CEFF"/>
          </p15:clr>
        </p15:guide>
        <p15:guide id="17" orient="horz" pos="3885">
          <p15:clr>
            <a:srgbClr val="65CEFF"/>
          </p15:clr>
        </p15:guide>
        <p15:guide id="18" orient="horz" pos="4157">
          <p15:clr>
            <a:srgbClr val="65CEFF"/>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Free content (dark)">
  <p:cSld name="Free content (dark)">
    <p:bg>
      <p:bgPr>
        <a:solidFill>
          <a:schemeClr val="dk2"/>
        </a:solidFill>
        <a:effectLst/>
      </p:bgPr>
    </p:bg>
    <p:spTree>
      <p:nvGrpSpPr>
        <p:cNvPr id="1" name="Shape 181"/>
        <p:cNvGrpSpPr/>
        <p:nvPr/>
      </p:nvGrpSpPr>
      <p:grpSpPr>
        <a:xfrm>
          <a:off x="0" y="0"/>
          <a:ext cx="0" cy="0"/>
          <a:chOff x="0" y="0"/>
          <a:chExt cx="0" cy="0"/>
        </a:xfrm>
      </p:grpSpPr>
      <p:sp>
        <p:nvSpPr>
          <p:cNvPr id="182" name="Google Shape;182;g3f5f6cd0003_0_897"/>
          <p:cNvSpPr txBox="1">
            <a:spLocks noGrp="1"/>
          </p:cNvSpPr>
          <p:nvPr>
            <p:ph type="title"/>
          </p:nvPr>
        </p:nvSpPr>
        <p:spPr>
          <a:xfrm>
            <a:off x="571500" y="504000"/>
            <a:ext cx="11049000" cy="640800"/>
          </a:xfrm>
          <a:prstGeom prst="rect">
            <a:avLst/>
          </a:prstGeom>
          <a:noFill/>
          <a:ln>
            <a:noFill/>
          </a:ln>
        </p:spPr>
        <p:txBody>
          <a:bodyPr spcFirstLastPara="1" wrap="square" lIns="0" tIns="0" rIns="0" bIns="0" anchor="t" anchorCtr="0">
            <a:noAutofit/>
          </a:bodyPr>
          <a:lstStyle>
            <a:lvl1pPr lvl="0" algn="l">
              <a:lnSpc>
                <a:spcPct val="108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g3f5f6cd0003_0_897"/>
          <p:cNvSpPr txBox="1">
            <a:spLocks noGrp="1"/>
          </p:cNvSpPr>
          <p:nvPr>
            <p:ph type="sldNum" idx="12"/>
          </p:nvPr>
        </p:nvSpPr>
        <p:spPr>
          <a:xfrm>
            <a:off x="571500" y="6285600"/>
            <a:ext cx="444600" cy="180000"/>
          </a:xfrm>
          <a:prstGeom prst="rect">
            <a:avLst/>
          </a:prstGeom>
          <a:noFill/>
          <a:ln>
            <a:noFill/>
          </a:ln>
        </p:spPr>
        <p:txBody>
          <a:bodyPr spcFirstLastPara="1" wrap="square" lIns="0" tIns="0" rIns="72000" bIns="0" anchor="t" anchorCtr="0">
            <a:noAutofit/>
          </a:bodyPr>
          <a:lstStyle>
            <a:lvl1pPr marL="0" lvl="0" indent="0" algn="l">
              <a:lnSpc>
                <a:spcPct val="144000"/>
              </a:lnSpc>
              <a:spcBef>
                <a:spcPts val="0"/>
              </a:spcBef>
              <a:buNone/>
              <a:defRPr sz="1100" b="1" i="0" u="none" strike="noStrike" cap="none">
                <a:solidFill>
                  <a:schemeClr val="lt1"/>
                </a:solidFill>
                <a:latin typeface="Arial"/>
                <a:ea typeface="Arial"/>
                <a:cs typeface="Arial"/>
                <a:sym typeface="Arial"/>
              </a:defRPr>
            </a:lvl1pPr>
            <a:lvl2pPr marL="0" lvl="1" indent="0" algn="l">
              <a:lnSpc>
                <a:spcPct val="144000"/>
              </a:lnSpc>
              <a:spcBef>
                <a:spcPts val="0"/>
              </a:spcBef>
              <a:buNone/>
              <a:defRPr sz="1100" b="1" i="0" u="none" strike="noStrike" cap="none">
                <a:solidFill>
                  <a:schemeClr val="lt1"/>
                </a:solidFill>
                <a:latin typeface="Arial"/>
                <a:ea typeface="Arial"/>
                <a:cs typeface="Arial"/>
                <a:sym typeface="Arial"/>
              </a:defRPr>
            </a:lvl2pPr>
            <a:lvl3pPr marL="0" lvl="2" indent="0" algn="l">
              <a:lnSpc>
                <a:spcPct val="144000"/>
              </a:lnSpc>
              <a:spcBef>
                <a:spcPts val="0"/>
              </a:spcBef>
              <a:buNone/>
              <a:defRPr sz="1100" b="1" i="0" u="none" strike="noStrike" cap="none">
                <a:solidFill>
                  <a:schemeClr val="lt1"/>
                </a:solidFill>
                <a:latin typeface="Arial"/>
                <a:ea typeface="Arial"/>
                <a:cs typeface="Arial"/>
                <a:sym typeface="Arial"/>
              </a:defRPr>
            </a:lvl3pPr>
            <a:lvl4pPr marL="0" lvl="3" indent="0" algn="l">
              <a:lnSpc>
                <a:spcPct val="144000"/>
              </a:lnSpc>
              <a:spcBef>
                <a:spcPts val="0"/>
              </a:spcBef>
              <a:buNone/>
              <a:defRPr sz="1100" b="1" i="0" u="none" strike="noStrike" cap="none">
                <a:solidFill>
                  <a:schemeClr val="lt1"/>
                </a:solidFill>
                <a:latin typeface="Arial"/>
                <a:ea typeface="Arial"/>
                <a:cs typeface="Arial"/>
                <a:sym typeface="Arial"/>
              </a:defRPr>
            </a:lvl4pPr>
            <a:lvl5pPr marL="0" lvl="4" indent="0" algn="l">
              <a:lnSpc>
                <a:spcPct val="144000"/>
              </a:lnSpc>
              <a:spcBef>
                <a:spcPts val="0"/>
              </a:spcBef>
              <a:buNone/>
              <a:defRPr sz="1100" b="1" i="0" u="none" strike="noStrike" cap="none">
                <a:solidFill>
                  <a:schemeClr val="lt1"/>
                </a:solidFill>
                <a:latin typeface="Arial"/>
                <a:ea typeface="Arial"/>
                <a:cs typeface="Arial"/>
                <a:sym typeface="Arial"/>
              </a:defRPr>
            </a:lvl5pPr>
            <a:lvl6pPr marL="0" lvl="5" indent="0" algn="l">
              <a:lnSpc>
                <a:spcPct val="144000"/>
              </a:lnSpc>
              <a:spcBef>
                <a:spcPts val="0"/>
              </a:spcBef>
              <a:buNone/>
              <a:defRPr sz="1100" b="1" i="0" u="none" strike="noStrike" cap="none">
                <a:solidFill>
                  <a:schemeClr val="lt1"/>
                </a:solidFill>
                <a:latin typeface="Arial"/>
                <a:ea typeface="Arial"/>
                <a:cs typeface="Arial"/>
                <a:sym typeface="Arial"/>
              </a:defRPr>
            </a:lvl6pPr>
            <a:lvl7pPr marL="0" lvl="6" indent="0" algn="l">
              <a:lnSpc>
                <a:spcPct val="144000"/>
              </a:lnSpc>
              <a:spcBef>
                <a:spcPts val="0"/>
              </a:spcBef>
              <a:buNone/>
              <a:defRPr sz="1100" b="1" i="0" u="none" strike="noStrike" cap="none">
                <a:solidFill>
                  <a:schemeClr val="lt1"/>
                </a:solidFill>
                <a:latin typeface="Arial"/>
                <a:ea typeface="Arial"/>
                <a:cs typeface="Arial"/>
                <a:sym typeface="Arial"/>
              </a:defRPr>
            </a:lvl7pPr>
            <a:lvl8pPr marL="0" lvl="7" indent="0" algn="l">
              <a:lnSpc>
                <a:spcPct val="144000"/>
              </a:lnSpc>
              <a:spcBef>
                <a:spcPts val="0"/>
              </a:spcBef>
              <a:buNone/>
              <a:defRPr sz="1100" b="1" i="0" u="none" strike="noStrike" cap="none">
                <a:solidFill>
                  <a:schemeClr val="lt1"/>
                </a:solidFill>
                <a:latin typeface="Arial"/>
                <a:ea typeface="Arial"/>
                <a:cs typeface="Arial"/>
                <a:sym typeface="Arial"/>
              </a:defRPr>
            </a:lvl8pPr>
            <a:lvl9pPr marL="0" lvl="8" indent="0" algn="l">
              <a:lnSpc>
                <a:spcPct val="144000"/>
              </a:lnSpc>
              <a:spcBef>
                <a:spcPts val="0"/>
              </a:spcBef>
              <a:buNone/>
              <a:defRPr sz="1100" b="1"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84" name="Google Shape;184;g3f5f6cd0003_0_897"/>
          <p:cNvSpPr txBox="1">
            <a:spLocks noGrp="1"/>
          </p:cNvSpPr>
          <p:nvPr>
            <p:ph type="ftr" idx="11"/>
          </p:nvPr>
        </p:nvSpPr>
        <p:spPr>
          <a:xfrm>
            <a:off x="1018800" y="6285600"/>
            <a:ext cx="7110000" cy="180000"/>
          </a:xfrm>
          <a:prstGeom prst="rect">
            <a:avLst/>
          </a:prstGeom>
          <a:noFill/>
          <a:ln>
            <a:noFill/>
          </a:ln>
        </p:spPr>
        <p:txBody>
          <a:bodyPr spcFirstLastPara="1" wrap="square" lIns="0" tIns="0" rIns="0" bIns="0" anchor="t" anchorCtr="0">
            <a:noAutofit/>
          </a:bodyPr>
          <a:lstStyle>
            <a:lvl1pPr lvl="0" algn="l">
              <a:lnSpc>
                <a:spcPct val="144000"/>
              </a:lnSpc>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5" name="Google Shape;185;g3f5f6cd0003_0_897"/>
          <p:cNvSpPr/>
          <p:nvPr/>
        </p:nvSpPr>
        <p:spPr>
          <a:xfrm>
            <a:off x="10604500" y="6245106"/>
            <a:ext cx="1016100" cy="220500"/>
          </a:xfrm>
          <a:prstGeom prst="rect">
            <a:avLst/>
          </a:prstGeom>
          <a:noFill/>
          <a:ln>
            <a:noFill/>
          </a:ln>
        </p:spPr>
      </p:sp>
    </p:spTree>
    <p:extLst>
      <p:ext uri="{BB962C8B-B14F-4D97-AF65-F5344CB8AC3E}">
        <p14:creationId xmlns:p14="http://schemas.microsoft.com/office/powerpoint/2010/main" val="1408947180"/>
      </p:ext>
    </p:extLst>
  </p:cSld>
  <p:clrMapOvr>
    <a:masterClrMapping/>
  </p:clrMapOvr>
  <p:extLst>
    <p:ext uri="{DCECCB84-F9BA-43D5-87BE-67443E8EF086}">
      <p15:sldGuideLst xmlns:p15="http://schemas.microsoft.com/office/powerpoint/2012/main">
        <p15:guide id="1" pos="640">
          <p15:clr>
            <a:srgbClr val="B4BABB"/>
          </p15:clr>
        </p15:guide>
        <p15:guide id="2" pos="1280">
          <p15:clr>
            <a:srgbClr val="B4BABB"/>
          </p15:clr>
        </p15:guide>
        <p15:guide id="3" pos="1920">
          <p15:clr>
            <a:srgbClr val="B4BABB"/>
          </p15:clr>
        </p15:guide>
        <p15:guide id="4" pos="2560">
          <p15:clr>
            <a:srgbClr val="08191F"/>
          </p15:clr>
        </p15:guide>
        <p15:guide id="5" pos="3200">
          <p15:clr>
            <a:srgbClr val="B4BABB"/>
          </p15:clr>
        </p15:guide>
        <p15:guide id="6" pos="3840">
          <p15:clr>
            <a:srgbClr val="B4BABB"/>
          </p15:clr>
        </p15:guide>
        <p15:guide id="7" pos="4480">
          <p15:clr>
            <a:srgbClr val="B4BABB"/>
          </p15:clr>
        </p15:guide>
        <p15:guide id="8" pos="5120">
          <p15:clr>
            <a:srgbClr val="08191F"/>
          </p15:clr>
        </p15:guide>
        <p15:guide id="9" pos="5760">
          <p15:clr>
            <a:srgbClr val="B4BABB"/>
          </p15:clr>
        </p15:guide>
        <p15:guide id="10" pos="6400">
          <p15:clr>
            <a:srgbClr val="B4BABB"/>
          </p15:clr>
        </p15:guide>
        <p15:guide id="11" pos="7040">
          <p15:clr>
            <a:srgbClr val="B4BABB"/>
          </p15:clr>
        </p15:guide>
        <p15:guide id="12" orient="horz" pos="720">
          <p15:clr>
            <a:srgbClr val="B4BABB"/>
          </p15:clr>
        </p15:guide>
        <p15:guide id="13" orient="horz" pos="1080">
          <p15:clr>
            <a:srgbClr val="08191F"/>
          </p15:clr>
        </p15:guide>
        <p15:guide id="14" orient="horz" pos="1440">
          <p15:clr>
            <a:srgbClr val="B4BABB"/>
          </p15:clr>
        </p15:guide>
        <p15:guide id="15" orient="horz" pos="1800">
          <p15:clr>
            <a:srgbClr val="B4BABB"/>
          </p15:clr>
        </p15:guide>
        <p15:guide id="16" orient="horz" pos="2160">
          <p15:clr>
            <a:srgbClr val="B4BABB"/>
          </p15:clr>
        </p15:guide>
        <p15:guide id="17" orient="horz" pos="2520">
          <p15:clr>
            <a:srgbClr val="08191F"/>
          </p15:clr>
        </p15:guide>
        <p15:guide id="18" orient="horz" pos="2880">
          <p15:clr>
            <a:srgbClr val="B4BABB"/>
          </p15:clr>
        </p15:guide>
        <p15:guide id="19" orient="horz" pos="3240">
          <p15:clr>
            <a:srgbClr val="B4BABB"/>
          </p15:clr>
        </p15:guide>
        <p15:guide id="20" orient="horz" pos="3600">
          <p15:clr>
            <a:srgbClr val="08191F"/>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Generated (g3f5f6cd0003_14_0)">
  <p:cSld name="Generated (g3f5f6cd0003_14_0)">
    <p:spTree>
      <p:nvGrpSpPr>
        <p:cNvPr id="1" name="Shape 186"/>
        <p:cNvGrpSpPr/>
        <p:nvPr/>
      </p:nvGrpSpPr>
      <p:grpSpPr>
        <a:xfrm>
          <a:off x="0" y="0"/>
          <a:ext cx="0" cy="0"/>
          <a:chOff x="0" y="0"/>
          <a:chExt cx="0" cy="0"/>
        </a:xfrm>
      </p:grpSpPr>
    </p:spTree>
    <p:extLst>
      <p:ext uri="{BB962C8B-B14F-4D97-AF65-F5344CB8AC3E}">
        <p14:creationId xmlns:p14="http://schemas.microsoft.com/office/powerpoint/2010/main" val="9420262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 Id="rId27" Type="http://schemas.openxmlformats.org/officeDocument/2006/relationships/tags" Target="../tags/tag1.xml"/><Relationship Id="rId28" Type="http://schemas.openxmlformats.org/officeDocument/2006/relationships/oleObject" Target="../embeddings/oleObject1.bin"/><Relationship Id="rId29" Type="http://schemas.openxmlformats.org/officeDocument/2006/relationships/image" Target="../media/image1.emf"/><Relationship Id="rId30"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 Id="rId9" Type="http://schemas.openxmlformats.org/officeDocument/2006/relationships/slideLayout" Target="../slideLayouts/slideLayout34.xml"/><Relationship Id="rId10" Type="http://schemas.openxmlformats.org/officeDocument/2006/relationships/slideLayout" Target="../slideLayouts/slideLayout35.xml"/><Relationship Id="rId11" Type="http://schemas.openxmlformats.org/officeDocument/2006/relationships/slideLayout" Target="../slideLayouts/slideLayout36.xml"/><Relationship Id="rId12" Type="http://schemas.openxmlformats.org/officeDocument/2006/relationships/slideLayout" Target="../slideLayouts/slideLayout37.xml"/><Relationship Id="rId13" Type="http://schemas.openxmlformats.org/officeDocument/2006/relationships/slideLayout" Target="../slideLayouts/slideLayout38.xml"/><Relationship Id="rId14" Type="http://schemas.openxmlformats.org/officeDocument/2006/relationships/slideLayout" Target="../slideLayouts/slideLayout39.xml"/><Relationship Id="rId15" Type="http://schemas.openxmlformats.org/officeDocument/2006/relationships/slideLayout" Target="../slideLayouts/slideLayout40.xml"/><Relationship Id="rId16" Type="http://schemas.openxmlformats.org/officeDocument/2006/relationships/slideLayout" Target="../slideLayouts/slideLayout41.xml"/><Relationship Id="rId17" Type="http://schemas.openxmlformats.org/officeDocument/2006/relationships/slideLayout" Target="../slideLayouts/slideLayout42.xml"/><Relationship Id="rId18" Type="http://schemas.openxmlformats.org/officeDocument/2006/relationships/slideLayout" Target="../slideLayouts/slideLayout43.xml"/><Relationship Id="rId19" Type="http://schemas.openxmlformats.org/officeDocument/2006/relationships/slideLayout" Target="../slideLayouts/slideLayout44.xml"/><Relationship Id="rId20" Type="http://schemas.openxmlformats.org/officeDocument/2006/relationships/slideLayout" Target="../slideLayouts/slideLayout45.xml"/><Relationship Id="rId21" Type="http://schemas.openxmlformats.org/officeDocument/2006/relationships/slideLayout" Target="../slideLayouts/slideLayout46.xml"/><Relationship Id="rId22" Type="http://schemas.openxmlformats.org/officeDocument/2006/relationships/slideLayout" Target="../slideLayouts/slideLayout47.xml"/><Relationship Id="rId23" Type="http://schemas.openxmlformats.org/officeDocument/2006/relationships/slideLayout" Target="../slideLayouts/slideLayout48.xml"/><Relationship Id="rId24" Type="http://schemas.openxmlformats.org/officeDocument/2006/relationships/slideLayout" Target="../slideLayouts/slideLayout49.xml"/><Relationship Id="rId25" Type="http://schemas.openxmlformats.org/officeDocument/2006/relationships/theme" Target="../theme/theme2.xml"/><Relationship Id="rId26" Type="http://schemas.openxmlformats.org/officeDocument/2006/relationships/tags" Target="../tags/tag2.xml"/><Relationship Id="rId27" Type="http://schemas.openxmlformats.org/officeDocument/2006/relationships/oleObject" Target="../embeddings/oleObject2.bin"/><Relationship Id="rId28" Type="http://schemas.openxmlformats.org/officeDocument/2006/relationships/image" Target="../media/image8.emf"/><Relationship Id="rId29"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slideLayout" Target="../slideLayouts/slideLayout51.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7F281FC-B8A6-0748-399C-23C2615208B7}"/>
              </a:ext>
            </a:extLst>
          </p:cNvPr>
          <p:cNvGraphicFramePr>
            <a:graphicFrameLocks noChangeAspect="1"/>
          </p:cNvGraphicFramePr>
          <p:nvPr userDrawn="1">
            <p:custDataLst>
              <p:tags r:id="rId27"/>
            </p:custDataLst>
            <p:extLst>
              <p:ext uri="{D42A27DB-BD31-4B8C-83A1-F6EECF244321}">
                <p14:modId xmlns:p14="http://schemas.microsoft.com/office/powerpoint/2010/main" val="3699702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8" imgW="415" imgH="416" progId="TCLayout.ActiveDocument.1">
                  <p:embed/>
                </p:oleObj>
              </mc:Choice>
              <mc:Fallback>
                <p:oleObj name="think-cell Slide" r:id="rId28" imgW="415" imgH="416" progId="TCLayout.ActiveDocument.1">
                  <p:embed/>
                  <p:pic>
                    <p:nvPicPr>
                      <p:cNvPr id="7" name="think-cell data - do not delete" hidden="1">
                        <a:extLst>
                          <a:ext uri="{FF2B5EF4-FFF2-40B4-BE49-F238E27FC236}">
                            <a16:creationId xmlns:a16="http://schemas.microsoft.com/office/drawing/2014/main" id="{77F281FC-B8A6-0748-399C-23C2615208B7}"/>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7FB25D29-CC97-6946-0342-03903DDCF33F}"/>
              </a:ext>
            </a:extLst>
          </p:cNvPr>
          <p:cNvSpPr>
            <a:spLocks noGrp="1"/>
          </p:cNvSpPr>
          <p:nvPr>
            <p:ph type="title"/>
          </p:nvPr>
        </p:nvSpPr>
        <p:spPr>
          <a:xfrm>
            <a:off x="571500" y="504000"/>
            <a:ext cx="11049000" cy="640800"/>
          </a:xfrm>
          <a:prstGeom prst="rect">
            <a:avLst/>
          </a:prstGeom>
        </p:spPr>
        <p:txBody>
          <a:bodyPr vert="horz" lIns="0" tIns="0" rIns="0" bIns="0" rtlCol="0" anchor="t">
            <a:noAutofit/>
          </a:bodyPr>
          <a:lstStyle/>
          <a:p>
            <a:r>
              <a:rPr lang="en-US" noProof="0"/>
              <a:t>Click to edit </a:t>
            </a:r>
            <a:br>
              <a:rPr lang="en-US" noProof="0"/>
            </a:br>
            <a:r>
              <a:rPr lang="en-US" noProof="0"/>
              <a:t>Master title style</a:t>
            </a:r>
          </a:p>
        </p:txBody>
      </p:sp>
      <p:sp>
        <p:nvSpPr>
          <p:cNvPr id="3" name="Content">
            <a:extLst>
              <a:ext uri="{FF2B5EF4-FFF2-40B4-BE49-F238E27FC236}">
                <a16:creationId xmlns:a16="http://schemas.microsoft.com/office/drawing/2014/main" id="{761084C7-0B08-385B-3816-4F66263A1B2F}"/>
              </a:ext>
            </a:extLst>
          </p:cNvPr>
          <p:cNvSpPr>
            <a:spLocks noGrp="1"/>
          </p:cNvSpPr>
          <p:nvPr>
            <p:ph type="body" idx="1"/>
          </p:nvPr>
        </p:nvSpPr>
        <p:spPr bwMode="gray">
          <a:xfrm>
            <a:off x="571500" y="1486800"/>
            <a:ext cx="11049000" cy="4228200"/>
          </a:xfrm>
          <a:prstGeom prst="rect">
            <a:avLst/>
          </a:prstGeom>
        </p:spPr>
        <p:txBody>
          <a:bodyPr vert="horz" lIns="0" tIns="0" rIns="0" bIns="0" rtlCol="0">
            <a:noAutofit/>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6" name="Slide Number">
            <a:extLst>
              <a:ext uri="{FF2B5EF4-FFF2-40B4-BE49-F238E27FC236}">
                <a16:creationId xmlns:a16="http://schemas.microsoft.com/office/drawing/2014/main" id="{83525B1C-0036-C6C3-4174-04CCD3F40EB0}"/>
              </a:ext>
            </a:extLst>
          </p:cNvPr>
          <p:cNvSpPr>
            <a:spLocks noGrp="1" noRot="1" noMove="1" noResize="1" noEditPoints="1" noAdjustHandles="1" noChangeArrowheads="1" noChangeShapeType="1"/>
          </p:cNvSpPr>
          <p:nvPr>
            <p:ph type="sldNum" sz="quarter" idx="4"/>
          </p:nvPr>
        </p:nvSpPr>
        <p:spPr>
          <a:xfrm>
            <a:off x="571500" y="6285600"/>
            <a:ext cx="444500" cy="180000"/>
          </a:xfrm>
          <a:prstGeom prst="rect">
            <a:avLst/>
          </a:prstGeom>
        </p:spPr>
        <p:txBody>
          <a:bodyPr vert="horz" lIns="0" tIns="0" rIns="72000" bIns="0" rtlCol="0" anchor="t"/>
          <a:lstStyle>
            <a:lvl1pPr algn="l">
              <a:lnSpc>
                <a:spcPct val="144000"/>
              </a:lnSpc>
              <a:defRPr sz="1100" b="1" kern="800" spc="20" baseline="0">
                <a:solidFill>
                  <a:schemeClr val="tx2"/>
                </a:solidFill>
              </a:defRPr>
            </a:lvl1pPr>
          </a:lstStyle>
          <a:p>
            <a:fld id="{3AAD6F96-D980-42CA-8BF9-DAD285AFBC3D}" type="slidenum">
              <a:rPr lang="en-US" smtClean="0"/>
              <a:t>‹#›</a:t>
            </a:fld>
            <a:endParaRPr lang="en-US"/>
          </a:p>
        </p:txBody>
      </p:sp>
      <p:sp>
        <p:nvSpPr>
          <p:cNvPr id="5" name="Footer">
            <a:extLst>
              <a:ext uri="{FF2B5EF4-FFF2-40B4-BE49-F238E27FC236}">
                <a16:creationId xmlns:a16="http://schemas.microsoft.com/office/drawing/2014/main" id="{6767C6B3-28F5-8495-7A1F-AF47A0B4A36D}"/>
              </a:ext>
            </a:extLst>
          </p:cNvPr>
          <p:cNvSpPr>
            <a:spLocks noGrp="1" noRot="1" noMove="1" noResize="1" noEditPoints="1" noAdjustHandles="1" noChangeArrowheads="1" noChangeShapeType="1"/>
          </p:cNvSpPr>
          <p:nvPr>
            <p:ph type="ftr" sz="quarter" idx="3"/>
          </p:nvPr>
        </p:nvSpPr>
        <p:spPr>
          <a:xfrm>
            <a:off x="1018800" y="6285600"/>
            <a:ext cx="7110000" cy="180000"/>
          </a:xfrm>
          <a:prstGeom prst="rect">
            <a:avLst/>
          </a:prstGeom>
        </p:spPr>
        <p:txBody>
          <a:bodyPr vert="horz" lIns="0" tIns="0" rIns="0" bIns="0" rtlCol="0" anchor="t"/>
          <a:lstStyle>
            <a:lvl1pPr algn="l">
              <a:lnSpc>
                <a:spcPct val="144000"/>
              </a:lnSpc>
              <a:defRPr sz="1100" kern="800" spc="20" baseline="0">
                <a:solidFill>
                  <a:schemeClr val="tx2"/>
                </a:solidFill>
              </a:defRPr>
            </a:lvl1pPr>
          </a:lstStyle>
          <a:p>
            <a:r>
              <a:rPr lang="en-US"/>
              <a:t>Restricted | © Innomotics 2025</a:t>
            </a:r>
          </a:p>
        </p:txBody>
      </p:sp>
    </p:spTree>
    <p:extLst>
      <p:ext uri="{BB962C8B-B14F-4D97-AF65-F5344CB8AC3E}">
        <p14:creationId xmlns:p14="http://schemas.microsoft.com/office/powerpoint/2010/main" val="26182152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710" r:id="rId25"/>
  </p:sldLayoutIdLst>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hf hdr="0" dt="0"/>
  <p:txStyles>
    <p:titleStyle>
      <a:lvl1pPr algn="l" defTabSz="914400" rtl="0" eaLnBrk="1" latinLnBrk="0" hangingPunct="1">
        <a:lnSpc>
          <a:spcPct val="108000"/>
        </a:lnSpc>
        <a:spcBef>
          <a:spcPct val="0"/>
        </a:spcBef>
        <a:buNone/>
        <a:defRPr sz="2200" b="1" kern="1200">
          <a:solidFill>
            <a:schemeClr val="tx2"/>
          </a:solidFill>
          <a:latin typeface="+mj-lt"/>
          <a:ea typeface="+mj-ea"/>
          <a:cs typeface="+mj-cs"/>
        </a:defRPr>
      </a:lvl1pPr>
    </p:titleStyle>
    <p:bodyStyle>
      <a:lvl1pPr marL="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1pPr>
      <a:lvl2pPr marL="324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30"/>
              </a:ext>
            </a:extLst>
          </a:blip>
        </a:buBlip>
        <a:defRPr lang="de-DE" sz="1800" kern="1000" baseline="0" dirty="0">
          <a:solidFill>
            <a:schemeClr val="tx2"/>
          </a:solidFill>
          <a:latin typeface="+mn-lt"/>
          <a:ea typeface="+mn-ea"/>
          <a:cs typeface="+mn-cs"/>
        </a:defRPr>
      </a:lvl2pPr>
      <a:lvl3pPr marL="324000" indent="0" algn="l" defTabSz="914400" rtl="0" eaLnBrk="1" latinLnBrk="0" hangingPunct="1">
        <a:lnSpc>
          <a:spcPct val="114000"/>
        </a:lnSpc>
        <a:spcBef>
          <a:spcPts val="0"/>
        </a:spcBef>
        <a:spcAft>
          <a:spcPts val="600"/>
        </a:spcAft>
        <a:buFont typeface="Arial" panose="020B0604020202020204" pitchFamily="34" charset="0"/>
        <a:buNone/>
        <a:defRPr sz="1800" b="0" kern="1000" baseline="0">
          <a:solidFill>
            <a:schemeClr val="tx2"/>
          </a:solidFill>
          <a:latin typeface="+mn-lt"/>
          <a:ea typeface="+mn-ea"/>
          <a:cs typeface="+mn-cs"/>
        </a:defRPr>
      </a:lvl3pPr>
      <a:lvl4pPr marL="648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30"/>
              </a:ext>
            </a:extLst>
          </a:blip>
        </a:buBlip>
        <a:defRPr sz="1800" kern="1000" baseline="0">
          <a:solidFill>
            <a:schemeClr val="tx2"/>
          </a:solidFill>
          <a:latin typeface="+mn-lt"/>
          <a:ea typeface="+mn-ea"/>
          <a:cs typeface="+mn-cs"/>
        </a:defRPr>
      </a:lvl4pPr>
      <a:lvl5pPr marL="648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5pPr>
      <a:lvl6pPr marL="972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30"/>
              </a:ext>
            </a:extLst>
          </a:blip>
        </a:buBlip>
        <a:defRPr sz="1800" kern="1000" baseline="0">
          <a:solidFill>
            <a:schemeClr val="tx2"/>
          </a:solidFill>
          <a:latin typeface="+mn-lt"/>
          <a:ea typeface="+mn-ea"/>
          <a:cs typeface="+mn-cs"/>
        </a:defRPr>
      </a:lvl6pPr>
      <a:lvl7pPr marL="972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7pPr>
      <a:lvl8pPr marL="1296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30"/>
              </a:ext>
            </a:extLst>
          </a:blip>
        </a:buBlip>
        <a:defRPr sz="1800" kern="1000" baseline="0">
          <a:solidFill>
            <a:schemeClr val="tx2"/>
          </a:solidFill>
          <a:latin typeface="+mn-lt"/>
          <a:ea typeface="+mn-ea"/>
          <a:cs typeface="+mn-cs"/>
        </a:defRPr>
      </a:lvl8pPr>
      <a:lvl9pPr marL="1296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40545B"/>
          </p15:clr>
        </p15:guide>
        <p15:guide id="2" pos="360">
          <p15:clr>
            <a:srgbClr val="40545B"/>
          </p15:clr>
        </p15:guide>
        <p15:guide id="3" orient="horz" pos="3960">
          <p15:clr>
            <a:srgbClr val="40545B"/>
          </p15:clr>
        </p15:guide>
        <p15:guide id="4" orient="horz" pos="4073">
          <p15:clr>
            <a:srgbClr val="B4BABB"/>
          </p15:clr>
        </p15:guide>
        <p15:guide id="5" pos="7320">
          <p15:clr>
            <a:srgbClr val="40545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06DB286-2F96-B014-4929-2F06EA3985AB}"/>
              </a:ext>
            </a:extLst>
          </p:cNvPr>
          <p:cNvGraphicFramePr>
            <a:graphicFrameLocks noChangeAspect="1"/>
          </p:cNvGraphicFramePr>
          <p:nvPr userDrawn="1">
            <p:custDataLst>
              <p:tags r:id="rId26"/>
            </p:custDataLst>
            <p:extLst>
              <p:ext uri="{D42A27DB-BD31-4B8C-83A1-F6EECF244321}">
                <p14:modId xmlns:p14="http://schemas.microsoft.com/office/powerpoint/2010/main" val="4207441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360" imgH="360" progId="TCLayout.ActiveDocument.1">
                  <p:embed/>
                </p:oleObj>
              </mc:Choice>
              <mc:Fallback>
                <p:oleObj name="think-cell Slide" r:id="rId27" imgW="360" imgH="360" progId="TCLayout.ActiveDocument.1">
                  <p:embed/>
                  <p:pic>
                    <p:nvPicPr>
                      <p:cNvPr id="9" name="think-cell data - do not delete" hidden="1">
                        <a:extLst>
                          <a:ext uri="{FF2B5EF4-FFF2-40B4-BE49-F238E27FC236}">
                            <a16:creationId xmlns:a16="http://schemas.microsoft.com/office/drawing/2014/main" id="{A06DB286-2F96-B014-4929-2F06EA3985AB}"/>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7FB25D29-CC97-6946-0342-03903DDCF33F}"/>
              </a:ext>
            </a:extLst>
          </p:cNvPr>
          <p:cNvSpPr>
            <a:spLocks noGrp="1"/>
          </p:cNvSpPr>
          <p:nvPr>
            <p:ph type="title"/>
          </p:nvPr>
        </p:nvSpPr>
        <p:spPr>
          <a:xfrm>
            <a:off x="571500" y="504000"/>
            <a:ext cx="11049000" cy="640800"/>
          </a:xfrm>
          <a:prstGeom prst="rect">
            <a:avLst/>
          </a:prstGeom>
        </p:spPr>
        <p:txBody>
          <a:bodyPr vert="horz" lIns="0" tIns="0" rIns="0" bIns="0" rtlCol="0" anchor="t">
            <a:noAutofit/>
          </a:bodyPr>
          <a:lstStyle/>
          <a:p>
            <a:r>
              <a:rPr lang="en-US" noProof="0"/>
              <a:t>Click to edit </a:t>
            </a:r>
            <a:br>
              <a:rPr lang="en-US" noProof="0"/>
            </a:br>
            <a:r>
              <a:rPr lang="en-US" noProof="0"/>
              <a:t>Master title style</a:t>
            </a:r>
          </a:p>
        </p:txBody>
      </p:sp>
      <p:sp>
        <p:nvSpPr>
          <p:cNvPr id="3" name="Content">
            <a:extLst>
              <a:ext uri="{FF2B5EF4-FFF2-40B4-BE49-F238E27FC236}">
                <a16:creationId xmlns:a16="http://schemas.microsoft.com/office/drawing/2014/main" id="{761084C7-0B08-385B-3816-4F66263A1B2F}"/>
              </a:ext>
            </a:extLst>
          </p:cNvPr>
          <p:cNvSpPr>
            <a:spLocks noGrp="1"/>
          </p:cNvSpPr>
          <p:nvPr>
            <p:ph type="body" idx="1"/>
          </p:nvPr>
        </p:nvSpPr>
        <p:spPr bwMode="gray">
          <a:xfrm>
            <a:off x="571500" y="1486800"/>
            <a:ext cx="11049000" cy="4228200"/>
          </a:xfrm>
          <a:prstGeom prst="rect">
            <a:avLst/>
          </a:prstGeom>
        </p:spPr>
        <p:txBody>
          <a:bodyPr vert="horz" lIns="0" tIns="0" rIns="0" bIns="0" rtlCol="0">
            <a:noAutofit/>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6" name="Slide Number">
            <a:extLst>
              <a:ext uri="{FF2B5EF4-FFF2-40B4-BE49-F238E27FC236}">
                <a16:creationId xmlns:a16="http://schemas.microsoft.com/office/drawing/2014/main" id="{83525B1C-0036-C6C3-4174-04CCD3F40EB0}"/>
              </a:ext>
            </a:extLst>
          </p:cNvPr>
          <p:cNvSpPr>
            <a:spLocks noGrp="1" noRot="1" noMove="1" noResize="1" noEditPoints="1" noAdjustHandles="1" noChangeArrowheads="1" noChangeShapeType="1"/>
          </p:cNvSpPr>
          <p:nvPr>
            <p:ph type="sldNum" sz="quarter" idx="4"/>
          </p:nvPr>
        </p:nvSpPr>
        <p:spPr>
          <a:xfrm>
            <a:off x="571500" y="6285600"/>
            <a:ext cx="444500" cy="180000"/>
          </a:xfrm>
          <a:prstGeom prst="rect">
            <a:avLst/>
          </a:prstGeom>
        </p:spPr>
        <p:txBody>
          <a:bodyPr vert="horz" lIns="0" tIns="0" rIns="72000" bIns="0" rtlCol="0" anchor="t"/>
          <a:lstStyle>
            <a:lvl1pPr algn="l">
              <a:lnSpc>
                <a:spcPct val="144000"/>
              </a:lnSpc>
              <a:defRPr sz="1100" b="1" kern="800" spc="20" baseline="0">
                <a:solidFill>
                  <a:schemeClr val="tx2"/>
                </a:solidFill>
              </a:defRPr>
            </a:lvl1pPr>
          </a:lstStyle>
          <a:p>
            <a:fld id="{137D8BA7-682C-4331-A81D-840B761D64DF}" type="slidenum">
              <a:rPr lang="en-US" smtClean="0"/>
              <a:pPr/>
              <a:t>‹#›</a:t>
            </a:fld>
            <a:endParaRPr lang="en-US"/>
          </a:p>
        </p:txBody>
      </p:sp>
      <p:sp>
        <p:nvSpPr>
          <p:cNvPr id="5" name="Footer">
            <a:extLst>
              <a:ext uri="{FF2B5EF4-FFF2-40B4-BE49-F238E27FC236}">
                <a16:creationId xmlns:a16="http://schemas.microsoft.com/office/drawing/2014/main" id="{6767C6B3-28F5-8495-7A1F-AF47A0B4A36D}"/>
              </a:ext>
            </a:extLst>
          </p:cNvPr>
          <p:cNvSpPr>
            <a:spLocks noGrp="1" noRot="1" noMove="1" noResize="1" noEditPoints="1" noAdjustHandles="1" noChangeArrowheads="1" noChangeShapeType="1"/>
          </p:cNvSpPr>
          <p:nvPr>
            <p:ph type="ftr" sz="quarter" idx="3"/>
          </p:nvPr>
        </p:nvSpPr>
        <p:spPr>
          <a:xfrm>
            <a:off x="1018800" y="6285600"/>
            <a:ext cx="7110000" cy="180000"/>
          </a:xfrm>
          <a:prstGeom prst="rect">
            <a:avLst/>
          </a:prstGeom>
        </p:spPr>
        <p:txBody>
          <a:bodyPr vert="horz" lIns="0" tIns="0" rIns="0" bIns="0" rtlCol="0" anchor="t"/>
          <a:lstStyle>
            <a:lvl1pPr algn="l">
              <a:lnSpc>
                <a:spcPct val="144000"/>
              </a:lnSpc>
              <a:defRPr sz="1100" kern="800" spc="20" baseline="0">
                <a:solidFill>
                  <a:schemeClr val="tx2"/>
                </a:solidFill>
              </a:defRPr>
            </a:lvl1pPr>
          </a:lstStyle>
          <a:p>
            <a:r>
              <a:rPr lang="en-US"/>
              <a:t>Restricted | © Innomotics 2025</a:t>
            </a:r>
          </a:p>
        </p:txBody>
      </p:sp>
    </p:spTree>
    <p:extLst>
      <p:ext uri="{BB962C8B-B14F-4D97-AF65-F5344CB8AC3E}">
        <p14:creationId xmlns:p14="http://schemas.microsoft.com/office/powerpoint/2010/main" val="268204312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Lst>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hf hdr="0" dt="0"/>
  <p:txStyles>
    <p:titleStyle>
      <a:lvl1pPr algn="l" defTabSz="914400" rtl="0" eaLnBrk="1" latinLnBrk="0" hangingPunct="1">
        <a:lnSpc>
          <a:spcPct val="108000"/>
        </a:lnSpc>
        <a:spcBef>
          <a:spcPct val="0"/>
        </a:spcBef>
        <a:buNone/>
        <a:defRPr sz="2200" b="1" kern="1200">
          <a:solidFill>
            <a:schemeClr val="tx2"/>
          </a:solidFill>
          <a:latin typeface="+mj-lt"/>
          <a:ea typeface="+mj-ea"/>
          <a:cs typeface="+mj-cs"/>
        </a:defRPr>
      </a:lvl1pPr>
    </p:titleStyle>
    <p:bodyStyle>
      <a:lvl1pPr marL="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1pPr>
      <a:lvl2pPr marL="324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29"/>
              </a:ext>
            </a:extLst>
          </a:blip>
        </a:buBlip>
        <a:defRPr lang="de-DE" sz="1800" kern="1000" baseline="0" dirty="0">
          <a:solidFill>
            <a:schemeClr val="tx2"/>
          </a:solidFill>
          <a:latin typeface="+mn-lt"/>
          <a:ea typeface="+mn-ea"/>
          <a:cs typeface="+mn-cs"/>
        </a:defRPr>
      </a:lvl2pPr>
      <a:lvl3pPr marL="324000" indent="0" algn="l" defTabSz="914400" rtl="0" eaLnBrk="1" latinLnBrk="0" hangingPunct="1">
        <a:lnSpc>
          <a:spcPct val="114000"/>
        </a:lnSpc>
        <a:spcBef>
          <a:spcPts val="0"/>
        </a:spcBef>
        <a:spcAft>
          <a:spcPts val="600"/>
        </a:spcAft>
        <a:buFont typeface="Arial" panose="020B0604020202020204" pitchFamily="34" charset="0"/>
        <a:buNone/>
        <a:defRPr sz="1800" b="0" kern="1000" baseline="0">
          <a:solidFill>
            <a:schemeClr val="tx2"/>
          </a:solidFill>
          <a:latin typeface="+mn-lt"/>
          <a:ea typeface="+mn-ea"/>
          <a:cs typeface="+mn-cs"/>
        </a:defRPr>
      </a:lvl3pPr>
      <a:lvl4pPr marL="648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29"/>
              </a:ext>
            </a:extLst>
          </a:blip>
        </a:buBlip>
        <a:defRPr sz="1800" kern="1000" baseline="0">
          <a:solidFill>
            <a:schemeClr val="tx2"/>
          </a:solidFill>
          <a:latin typeface="+mn-lt"/>
          <a:ea typeface="+mn-ea"/>
          <a:cs typeface="+mn-cs"/>
        </a:defRPr>
      </a:lvl4pPr>
      <a:lvl5pPr marL="648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5pPr>
      <a:lvl6pPr marL="972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29"/>
              </a:ext>
            </a:extLst>
          </a:blip>
        </a:buBlip>
        <a:defRPr sz="1800" kern="1000" baseline="0">
          <a:solidFill>
            <a:schemeClr val="tx2"/>
          </a:solidFill>
          <a:latin typeface="+mn-lt"/>
          <a:ea typeface="+mn-ea"/>
          <a:cs typeface="+mn-cs"/>
        </a:defRPr>
      </a:lvl6pPr>
      <a:lvl7pPr marL="972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7pPr>
      <a:lvl8pPr marL="1296000" indent="-324000" algn="l" defTabSz="914400" rtl="0" eaLnBrk="1" latinLnBrk="0" hangingPunct="1">
        <a:lnSpc>
          <a:spcPct val="114000"/>
        </a:lnSpc>
        <a:spcBef>
          <a:spcPts val="0"/>
        </a:spcBef>
        <a:spcAft>
          <a:spcPts val="600"/>
        </a:spcAft>
        <a:buFontTx/>
        <a:buBlip>
          <a:blip>
            <a:extLst>
              <a:ext uri="{96DAC541-7B7A-43D3-8B79-37D633B846F1}">
                <asvg:svgBlip xmlns:asvg="http://schemas.microsoft.com/office/drawing/2016/SVG/main" r:embed="rId29"/>
              </a:ext>
            </a:extLst>
          </a:blip>
        </a:buBlip>
        <a:defRPr sz="1800" kern="1000" baseline="0">
          <a:solidFill>
            <a:schemeClr val="tx2"/>
          </a:solidFill>
          <a:latin typeface="+mn-lt"/>
          <a:ea typeface="+mn-ea"/>
          <a:cs typeface="+mn-cs"/>
        </a:defRPr>
      </a:lvl8pPr>
      <a:lvl9pPr marL="1296000" indent="0" algn="l" defTabSz="914400" rtl="0" eaLnBrk="1" latinLnBrk="0" hangingPunct="1">
        <a:lnSpc>
          <a:spcPct val="114000"/>
        </a:lnSpc>
        <a:spcBef>
          <a:spcPts val="0"/>
        </a:spcBef>
        <a:spcAft>
          <a:spcPts val="600"/>
        </a:spcAft>
        <a:buFont typeface="Arial" panose="020B0604020202020204" pitchFamily="34" charset="0"/>
        <a:buNone/>
        <a:defRPr sz="1800" kern="10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40545B"/>
          </p15:clr>
        </p15:guide>
        <p15:guide id="2" pos="360">
          <p15:clr>
            <a:srgbClr val="40545B"/>
          </p15:clr>
        </p15:guide>
        <p15:guide id="3" orient="horz" pos="3960">
          <p15:clr>
            <a:srgbClr val="40545B"/>
          </p15:clr>
        </p15:guide>
        <p15:guide id="4" orient="horz" pos="4073">
          <p15:clr>
            <a:srgbClr val="B4BABB"/>
          </p15:clr>
        </p15:guide>
        <p15:guide id="5" pos="7320">
          <p15:clr>
            <a:srgbClr val="40545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76"/>
        <p:cNvGrpSpPr/>
        <p:nvPr/>
      </p:nvGrpSpPr>
      <p:grpSpPr>
        <a:xfrm>
          <a:off x="0" y="0"/>
          <a:ext cx="0" cy="0"/>
          <a:chOff x="0" y="0"/>
          <a:chExt cx="0" cy="0"/>
        </a:xfrm>
      </p:grpSpPr>
      <p:sp>
        <p:nvSpPr>
          <p:cNvPr id="177" name="Google Shape;177;g3f5f6cd0003_0_892"/>
          <p:cNvSpPr txBox="1">
            <a:spLocks noGrp="1"/>
          </p:cNvSpPr>
          <p:nvPr>
            <p:ph type="title"/>
          </p:nvPr>
        </p:nvSpPr>
        <p:spPr>
          <a:xfrm>
            <a:off x="571500" y="504000"/>
            <a:ext cx="11049000" cy="640800"/>
          </a:xfrm>
          <a:prstGeom prst="rect">
            <a:avLst/>
          </a:prstGeom>
          <a:noFill/>
          <a:ln>
            <a:noFill/>
          </a:ln>
        </p:spPr>
        <p:txBody>
          <a:bodyPr spcFirstLastPara="1" wrap="square" lIns="0" tIns="0" rIns="0" bIns="0" anchor="t" anchorCtr="0">
            <a:noAutofit/>
          </a:bodyPr>
          <a:lstStyle>
            <a:lvl1pPr marR="0" lvl="0" algn="l" rtl="0">
              <a:lnSpc>
                <a:spcPct val="108000"/>
              </a:lnSpc>
              <a:spcBef>
                <a:spcPts val="0"/>
              </a:spcBef>
              <a:spcAft>
                <a:spcPts val="0"/>
              </a:spcAft>
              <a:buClr>
                <a:schemeClr val="lt2"/>
              </a:buClr>
              <a:buSzPts val="2200"/>
              <a:buFont typeface="Arial"/>
              <a:buNone/>
              <a:defRPr sz="2200" b="1" i="0" u="none" strike="noStrike" cap="none">
                <a:solidFill>
                  <a:schemeClr val="lt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8" name="Google Shape;178;g3f5f6cd0003_0_892"/>
          <p:cNvSpPr txBox="1">
            <a:spLocks noGrp="1"/>
          </p:cNvSpPr>
          <p:nvPr>
            <p:ph type="body" idx="1"/>
          </p:nvPr>
        </p:nvSpPr>
        <p:spPr>
          <a:xfrm>
            <a:off x="571500" y="1486800"/>
            <a:ext cx="11049000" cy="4228200"/>
          </a:xfrm>
          <a:prstGeom prst="rect">
            <a:avLst/>
          </a:prstGeom>
          <a:noFill/>
          <a:ln>
            <a:noFill/>
          </a:ln>
        </p:spPr>
        <p:txBody>
          <a:bodyPr spcFirstLastPara="1" wrap="square" lIns="0" tIns="0" rIns="0" bIns="0" anchor="t" anchorCtr="0">
            <a:noAutofit/>
          </a:bodyPr>
          <a:lstStyle>
            <a:lvl1pPr marL="457200" marR="0" lvl="0" indent="-228600" algn="l" rtl="0">
              <a:lnSpc>
                <a:spcPct val="114000"/>
              </a:lnSpc>
              <a:spcBef>
                <a:spcPts val="0"/>
              </a:spcBef>
              <a:spcAft>
                <a:spcPts val="0"/>
              </a:spcAft>
              <a:buClr>
                <a:schemeClr val="lt2"/>
              </a:buClr>
              <a:buSzPts val="1800"/>
              <a:buFont typeface="Arial"/>
              <a:buNone/>
              <a:defRPr sz="1800" b="0" i="0" u="none" strike="noStrike" cap="none">
                <a:solidFill>
                  <a:schemeClr val="lt2"/>
                </a:solidFill>
                <a:latin typeface="Arial"/>
                <a:ea typeface="Arial"/>
                <a:cs typeface="Arial"/>
                <a:sym typeface="Arial"/>
              </a:defRPr>
            </a:lvl1pPr>
            <a:lvl2pPr marL="914400" marR="0" lvl="1" indent="-342900" algn="l" rtl="0">
              <a:lnSpc>
                <a:spcPct val="114000"/>
              </a:lnSpc>
              <a:spcBef>
                <a:spcPts val="60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2pPr>
            <a:lvl3pPr marL="1371600" marR="0" lvl="2" indent="-228600" algn="l" rtl="0">
              <a:lnSpc>
                <a:spcPct val="114000"/>
              </a:lnSpc>
              <a:spcBef>
                <a:spcPts val="600"/>
              </a:spcBef>
              <a:spcAft>
                <a:spcPts val="0"/>
              </a:spcAft>
              <a:buClr>
                <a:schemeClr val="lt2"/>
              </a:buClr>
              <a:buSzPts val="1800"/>
              <a:buFont typeface="Arial"/>
              <a:buNone/>
              <a:defRPr sz="1800" b="0" i="0" u="none" strike="noStrike" cap="none">
                <a:solidFill>
                  <a:schemeClr val="lt2"/>
                </a:solidFill>
                <a:latin typeface="Arial"/>
                <a:ea typeface="Arial"/>
                <a:cs typeface="Arial"/>
                <a:sym typeface="Arial"/>
              </a:defRPr>
            </a:lvl3pPr>
            <a:lvl4pPr marL="1828800" marR="0" lvl="3" indent="-342900" algn="l" rtl="0">
              <a:lnSpc>
                <a:spcPct val="114000"/>
              </a:lnSpc>
              <a:spcBef>
                <a:spcPts val="60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4pPr>
            <a:lvl5pPr marL="2286000" marR="0" lvl="4" indent="-228600" algn="l" rtl="0">
              <a:lnSpc>
                <a:spcPct val="114000"/>
              </a:lnSpc>
              <a:spcBef>
                <a:spcPts val="600"/>
              </a:spcBef>
              <a:spcAft>
                <a:spcPts val="0"/>
              </a:spcAft>
              <a:buClr>
                <a:schemeClr val="lt2"/>
              </a:buClr>
              <a:buSzPts val="1800"/>
              <a:buFont typeface="Arial"/>
              <a:buNone/>
              <a:defRPr sz="1800" b="0" i="0" u="none" strike="noStrike" cap="none">
                <a:solidFill>
                  <a:schemeClr val="lt2"/>
                </a:solidFill>
                <a:latin typeface="Arial"/>
                <a:ea typeface="Arial"/>
                <a:cs typeface="Arial"/>
                <a:sym typeface="Arial"/>
              </a:defRPr>
            </a:lvl5pPr>
            <a:lvl6pPr marL="2743200" marR="0" lvl="5" indent="-342900" algn="l" rtl="0">
              <a:lnSpc>
                <a:spcPct val="114000"/>
              </a:lnSpc>
              <a:spcBef>
                <a:spcPts val="60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6pPr>
            <a:lvl7pPr marL="3200400" marR="0" lvl="6" indent="-228600" algn="l" rtl="0">
              <a:lnSpc>
                <a:spcPct val="114000"/>
              </a:lnSpc>
              <a:spcBef>
                <a:spcPts val="600"/>
              </a:spcBef>
              <a:spcAft>
                <a:spcPts val="0"/>
              </a:spcAft>
              <a:buClr>
                <a:schemeClr val="lt2"/>
              </a:buClr>
              <a:buSzPts val="1800"/>
              <a:buFont typeface="Arial"/>
              <a:buNone/>
              <a:defRPr sz="1800" b="0" i="0" u="none" strike="noStrike" cap="none">
                <a:solidFill>
                  <a:schemeClr val="lt2"/>
                </a:solidFill>
                <a:latin typeface="Arial"/>
                <a:ea typeface="Arial"/>
                <a:cs typeface="Arial"/>
                <a:sym typeface="Arial"/>
              </a:defRPr>
            </a:lvl7pPr>
            <a:lvl8pPr marL="3657600" marR="0" lvl="7" indent="-342900" algn="l" rtl="0">
              <a:lnSpc>
                <a:spcPct val="114000"/>
              </a:lnSpc>
              <a:spcBef>
                <a:spcPts val="600"/>
              </a:spcBef>
              <a:spcAft>
                <a:spcPts val="0"/>
              </a:spcAft>
              <a:buClr>
                <a:schemeClr val="lt2"/>
              </a:buClr>
              <a:buSzPts val="1800"/>
              <a:buFont typeface="Arial"/>
              <a:buChar char="•"/>
              <a:defRPr sz="1800" b="0" i="0" u="none" strike="noStrike" cap="none">
                <a:solidFill>
                  <a:schemeClr val="lt2"/>
                </a:solidFill>
                <a:latin typeface="Arial"/>
                <a:ea typeface="Arial"/>
                <a:cs typeface="Arial"/>
                <a:sym typeface="Arial"/>
              </a:defRPr>
            </a:lvl8pPr>
            <a:lvl9pPr marL="4114800" marR="0" lvl="8" indent="-228600" algn="l" rtl="0">
              <a:lnSpc>
                <a:spcPct val="114000"/>
              </a:lnSpc>
              <a:spcBef>
                <a:spcPts val="600"/>
              </a:spcBef>
              <a:spcAft>
                <a:spcPts val="600"/>
              </a:spcAft>
              <a:buClr>
                <a:schemeClr val="lt2"/>
              </a:buClr>
              <a:buSzPts val="1800"/>
              <a:buFont typeface="Arial"/>
              <a:buNone/>
              <a:defRPr sz="1800" b="0" i="0" u="none" strike="noStrike" cap="none">
                <a:solidFill>
                  <a:schemeClr val="lt2"/>
                </a:solidFill>
                <a:latin typeface="Arial"/>
                <a:ea typeface="Arial"/>
                <a:cs typeface="Arial"/>
                <a:sym typeface="Arial"/>
              </a:defRPr>
            </a:lvl9pPr>
          </a:lstStyle>
          <a:p>
            <a:endParaRPr/>
          </a:p>
        </p:txBody>
      </p:sp>
      <p:sp>
        <p:nvSpPr>
          <p:cNvPr id="179" name="Google Shape;179;g3f5f6cd0003_0_892"/>
          <p:cNvSpPr txBox="1">
            <a:spLocks noGrp="1"/>
          </p:cNvSpPr>
          <p:nvPr>
            <p:ph type="sldNum" idx="12"/>
          </p:nvPr>
        </p:nvSpPr>
        <p:spPr>
          <a:xfrm>
            <a:off x="571500" y="6285600"/>
            <a:ext cx="444600" cy="180000"/>
          </a:xfrm>
          <a:prstGeom prst="rect">
            <a:avLst/>
          </a:prstGeom>
          <a:noFill/>
          <a:ln>
            <a:noFill/>
          </a:ln>
        </p:spPr>
        <p:txBody>
          <a:bodyPr spcFirstLastPara="1" wrap="square" lIns="0" tIns="0" rIns="72000" bIns="0" anchor="t" anchorCtr="0">
            <a:noAutofit/>
          </a:bodyPr>
          <a:lstStyle>
            <a:lvl1pPr marL="0" marR="0" lvl="0" indent="0" algn="l" rtl="0">
              <a:lnSpc>
                <a:spcPct val="144000"/>
              </a:lnSpc>
              <a:spcBef>
                <a:spcPts val="0"/>
              </a:spcBef>
              <a:buNone/>
              <a:defRPr sz="1100" b="1" i="0" u="none" strike="noStrike" cap="none">
                <a:solidFill>
                  <a:schemeClr val="lt2"/>
                </a:solidFill>
                <a:latin typeface="Arial"/>
                <a:ea typeface="Arial"/>
                <a:cs typeface="Arial"/>
                <a:sym typeface="Arial"/>
              </a:defRPr>
            </a:lvl1pPr>
            <a:lvl2pPr marL="0" marR="0" lvl="1" indent="0" algn="l" rtl="0">
              <a:lnSpc>
                <a:spcPct val="144000"/>
              </a:lnSpc>
              <a:spcBef>
                <a:spcPts val="0"/>
              </a:spcBef>
              <a:buNone/>
              <a:defRPr sz="1100" b="1" i="0" u="none" strike="noStrike" cap="none">
                <a:solidFill>
                  <a:schemeClr val="lt2"/>
                </a:solidFill>
                <a:latin typeface="Arial"/>
                <a:ea typeface="Arial"/>
                <a:cs typeface="Arial"/>
                <a:sym typeface="Arial"/>
              </a:defRPr>
            </a:lvl2pPr>
            <a:lvl3pPr marL="0" marR="0" lvl="2" indent="0" algn="l" rtl="0">
              <a:lnSpc>
                <a:spcPct val="144000"/>
              </a:lnSpc>
              <a:spcBef>
                <a:spcPts val="0"/>
              </a:spcBef>
              <a:buNone/>
              <a:defRPr sz="1100" b="1" i="0" u="none" strike="noStrike" cap="none">
                <a:solidFill>
                  <a:schemeClr val="lt2"/>
                </a:solidFill>
                <a:latin typeface="Arial"/>
                <a:ea typeface="Arial"/>
                <a:cs typeface="Arial"/>
                <a:sym typeface="Arial"/>
              </a:defRPr>
            </a:lvl3pPr>
            <a:lvl4pPr marL="0" marR="0" lvl="3" indent="0" algn="l" rtl="0">
              <a:lnSpc>
                <a:spcPct val="144000"/>
              </a:lnSpc>
              <a:spcBef>
                <a:spcPts val="0"/>
              </a:spcBef>
              <a:buNone/>
              <a:defRPr sz="1100" b="1" i="0" u="none" strike="noStrike" cap="none">
                <a:solidFill>
                  <a:schemeClr val="lt2"/>
                </a:solidFill>
                <a:latin typeface="Arial"/>
                <a:ea typeface="Arial"/>
                <a:cs typeface="Arial"/>
                <a:sym typeface="Arial"/>
              </a:defRPr>
            </a:lvl4pPr>
            <a:lvl5pPr marL="0" marR="0" lvl="4" indent="0" algn="l" rtl="0">
              <a:lnSpc>
                <a:spcPct val="144000"/>
              </a:lnSpc>
              <a:spcBef>
                <a:spcPts val="0"/>
              </a:spcBef>
              <a:buNone/>
              <a:defRPr sz="1100" b="1" i="0" u="none" strike="noStrike" cap="none">
                <a:solidFill>
                  <a:schemeClr val="lt2"/>
                </a:solidFill>
                <a:latin typeface="Arial"/>
                <a:ea typeface="Arial"/>
                <a:cs typeface="Arial"/>
                <a:sym typeface="Arial"/>
              </a:defRPr>
            </a:lvl5pPr>
            <a:lvl6pPr marL="0" marR="0" lvl="5" indent="0" algn="l" rtl="0">
              <a:lnSpc>
                <a:spcPct val="144000"/>
              </a:lnSpc>
              <a:spcBef>
                <a:spcPts val="0"/>
              </a:spcBef>
              <a:buNone/>
              <a:defRPr sz="1100" b="1" i="0" u="none" strike="noStrike" cap="none">
                <a:solidFill>
                  <a:schemeClr val="lt2"/>
                </a:solidFill>
                <a:latin typeface="Arial"/>
                <a:ea typeface="Arial"/>
                <a:cs typeface="Arial"/>
                <a:sym typeface="Arial"/>
              </a:defRPr>
            </a:lvl6pPr>
            <a:lvl7pPr marL="0" marR="0" lvl="6" indent="0" algn="l" rtl="0">
              <a:lnSpc>
                <a:spcPct val="144000"/>
              </a:lnSpc>
              <a:spcBef>
                <a:spcPts val="0"/>
              </a:spcBef>
              <a:buNone/>
              <a:defRPr sz="1100" b="1" i="0" u="none" strike="noStrike" cap="none">
                <a:solidFill>
                  <a:schemeClr val="lt2"/>
                </a:solidFill>
                <a:latin typeface="Arial"/>
                <a:ea typeface="Arial"/>
                <a:cs typeface="Arial"/>
                <a:sym typeface="Arial"/>
              </a:defRPr>
            </a:lvl7pPr>
            <a:lvl8pPr marL="0" marR="0" lvl="7" indent="0" algn="l" rtl="0">
              <a:lnSpc>
                <a:spcPct val="144000"/>
              </a:lnSpc>
              <a:spcBef>
                <a:spcPts val="0"/>
              </a:spcBef>
              <a:buNone/>
              <a:defRPr sz="1100" b="1" i="0" u="none" strike="noStrike" cap="none">
                <a:solidFill>
                  <a:schemeClr val="lt2"/>
                </a:solidFill>
                <a:latin typeface="Arial"/>
                <a:ea typeface="Arial"/>
                <a:cs typeface="Arial"/>
                <a:sym typeface="Arial"/>
              </a:defRPr>
            </a:lvl8pPr>
            <a:lvl9pPr marL="0" marR="0" lvl="8" indent="0" algn="l" rtl="0">
              <a:lnSpc>
                <a:spcPct val="144000"/>
              </a:lnSpc>
              <a:spcBef>
                <a:spcPts val="0"/>
              </a:spcBef>
              <a:buNone/>
              <a:defRPr sz="1100" b="1" i="0" u="none" strike="noStrike" cap="none">
                <a:solidFill>
                  <a:schemeClr val="lt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
        <p:nvSpPr>
          <p:cNvPr id="180" name="Google Shape;180;g3f5f6cd0003_0_892"/>
          <p:cNvSpPr txBox="1">
            <a:spLocks noGrp="1"/>
          </p:cNvSpPr>
          <p:nvPr>
            <p:ph type="ftr" idx="11"/>
          </p:nvPr>
        </p:nvSpPr>
        <p:spPr>
          <a:xfrm>
            <a:off x="1018800" y="6285600"/>
            <a:ext cx="7110000" cy="180000"/>
          </a:xfrm>
          <a:prstGeom prst="rect">
            <a:avLst/>
          </a:prstGeom>
          <a:noFill/>
          <a:ln>
            <a:noFill/>
          </a:ln>
        </p:spPr>
        <p:txBody>
          <a:bodyPr spcFirstLastPara="1" wrap="square" lIns="0" tIns="0" rIns="0" bIns="0" anchor="t" anchorCtr="0">
            <a:noAutofit/>
          </a:bodyPr>
          <a:lstStyle>
            <a:lvl1pPr marR="0" lvl="0" algn="l" rtl="0">
              <a:lnSpc>
                <a:spcPct val="144000"/>
              </a:lnSpc>
              <a:spcBef>
                <a:spcPts val="0"/>
              </a:spcBef>
              <a:spcAft>
                <a:spcPts val="0"/>
              </a:spcAft>
              <a:buSzPts val="1400"/>
              <a:buNone/>
              <a:defRPr sz="1100" b="0" i="0" u="none" strike="noStrike" cap="none">
                <a:solidFill>
                  <a:schemeClr val="lt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4128416826"/>
      </p:ext>
    </p:extLst>
  </p:cSld>
  <p:clrMap bg1="lt1" tx1="dk1" bg2="dk2" tx2="lt2" accent1="accent1" accent2="accent2" accent3="accent3" accent4="accent4" accent5="accent5" accent6="accent6" hlink="hlink" folHlink="folHlink"/>
  <p:sldLayoutIdLst>
    <p:sldLayoutId id="2147483712" r:id="rId1"/>
    <p:sldLayoutId id="2147483713"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60">
          <p15:clr>
            <a:srgbClr val="40545B"/>
          </p15:clr>
        </p15:guide>
        <p15:guide id="2" pos="360">
          <p15:clr>
            <a:srgbClr val="40545B"/>
          </p15:clr>
        </p15:guide>
        <p15:guide id="3" orient="horz" pos="3960">
          <p15:clr>
            <a:srgbClr val="40545B"/>
          </p15:clr>
        </p15:guide>
        <p15:guide id="4" orient="horz" pos="4073">
          <p15:clr>
            <a:srgbClr val="B4BABB"/>
          </p15:clr>
        </p15:guide>
        <p15:guide id="5" pos="7320">
          <p15:clr>
            <a:srgbClr val="40545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11.svg"/><Relationship Id="rId4" Type="http://schemas.openxmlformats.org/officeDocument/2006/relationships/image" Target="../media/image12.svg"/><Relationship Id="rId5" Type="http://schemas.openxmlformats.org/officeDocument/2006/relationships/image" Target="../media/image1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sz="1200">
                <a:latin typeface="Outfit"/>
              </a:rPr>
              <a:t>Plant Plant Operations | Pyro Process Engineering | October 2026</a:t>
            </a:r>
            <a:endParaRPr sz="1200" dirty="0">
              <a:latin typeface="Outfit"/>
            </a:endParaRPr>
          </a:p>
        </p:txBody>
      </p:sp>
      <p:sp>
        <p:nvSpPr>
          <p:cNvPr id="6" name="Title 1">
            <a:extLst>
              <a:ext uri="{FF2B5EF4-FFF2-40B4-BE49-F238E27FC236}">
                <a16:creationId xmlns:a16="http://schemas.microsoft.com/office/drawing/2014/main" id="{BA4FA58D-B39B-F787-C0B3-3F54FFA2D3C3}"/>
              </a:ext>
            </a:extLst>
          </p:cNvPr>
          <p:cNvSpPr>
            <a:spLocks noGrp="1"/>
          </p:cNvSpPr>
          <p:nvPr>
            <p:ph type="ctrTitle"/>
          </p:nvPr>
        </p:nvSpPr>
        <p:spPr>
          <a:xfrm>
            <a:off x="571499" y="571501"/>
            <a:ext cx="11062782" cy="1911600"/>
          </a:xfrm>
        </p:spPr>
        <p:txBody>
          <a:bodyPr/>
          <a:lstStyle/>
          <a:p>
            <a:r>
              <a:rPr lang="en-US" sz="3200">
                <a:latin typeface="Space Grotesk"/>
              </a:rPr>
              <a:t>AI Process Navigator: Exploratory Data Analysis Report</a:t>
            </a:r>
            <a:br>
              <a:rPr lang="en-US" sz="3200">
                <a:latin typeface="Space Grotesk"/>
              </a:rPr>
            </a:br>
            <a:br>
              <a:rPr lang="en-US" sz="3200">
                <a:latin typeface="Space Grotesk"/>
              </a:rPr>
            </a:br>
            <a:r>
              <a:rPr lang="en-US" sz="3200">
                <a:latin typeface="Space Grotesk"/>
              </a:rPr>
              <a:t>Plant Operations</a:t>
            </a:r>
            <a:endParaRPr lang="en-US" sz="3200" u="sng" dirty="0">
              <a:solidFill>
                <a:schemeClr val="tx1"/>
              </a:solidFill>
              <a:latin typeface="Space Grotesk"/>
            </a:endParaRPr>
          </a:p>
        </p:txBody>
      </p:sp>
    </p:spTree>
    <p:extLst>
      <p:ext uri="{BB962C8B-B14F-4D97-AF65-F5344CB8AC3E}">
        <p14:creationId xmlns:p14="http://schemas.microsoft.com/office/powerpoint/2010/main" val="701915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EDFBA-7589-77D3-C625-4DF0F5C9CA2E}"/>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0A26FE93-2FCD-B7DF-EAB2-4C240E39BDB0}"/>
              </a:ext>
            </a:extLst>
          </p:cNvPr>
          <p:cNvSpPr/>
          <p:nvPr/>
        </p:nvSpPr>
        <p:spPr>
          <a:xfrm>
            <a:off x="4756826" y="1881864"/>
            <a:ext cx="7110000" cy="3618689"/>
          </a:xfrm>
          <a:prstGeom prst="roundRect">
            <a:avLst>
              <a:gd name="adj" fmla="val 7283"/>
            </a:avLst>
          </a:prstGeom>
          <a:solidFill>
            <a:srgbClr val="E1F000">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cxnSp>
        <p:nvCxnSpPr>
          <p:cNvPr id="27" name="Straight Connector 26">
            <a:extLst>
              <a:ext uri="{FF2B5EF4-FFF2-40B4-BE49-F238E27FC236}">
                <a16:creationId xmlns:a16="http://schemas.microsoft.com/office/drawing/2014/main" id="{F7EFA916-F24B-88D3-EFE9-35C9CEFAC95F}"/>
              </a:ext>
            </a:extLst>
          </p:cNvPr>
          <p:cNvCxnSpPr/>
          <p:nvPr/>
        </p:nvCxnSpPr>
        <p:spPr>
          <a:xfrm>
            <a:off x="6096000" y="2932889"/>
            <a:ext cx="4439055" cy="0"/>
          </a:xfrm>
          <a:prstGeom prst="line">
            <a:avLst/>
          </a:prstGeom>
          <a:ln w="19050">
            <a:solidFill>
              <a:srgbClr val="E1F000"/>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78F785B0-0BA4-4705-C706-52902B18AC11}"/>
              </a:ext>
            </a:extLst>
          </p:cNvPr>
          <p:cNvSpPr>
            <a:spLocks noGrp="1"/>
          </p:cNvSpPr>
          <p:nvPr>
            <p:ph type="ftr" sz="quarter" idx="21"/>
          </p:nvPr>
        </p:nvSpPr>
        <p:spPr/>
        <p:txBody>
          <a:bodyPr/>
          <a:lstStyle/>
          <a:p>
            <a:r>
              <a:t>Restricted | © Innomotics 2026</a:t>
            </a:r>
          </a:p>
        </p:txBody>
      </p:sp>
      <p:sp>
        <p:nvSpPr>
          <p:cNvPr id="8" name="Rectangle 7">
            <a:extLst>
              <a:ext uri="{FF2B5EF4-FFF2-40B4-BE49-F238E27FC236}">
                <a16:creationId xmlns:a16="http://schemas.microsoft.com/office/drawing/2014/main" id="{B6FE5DEA-190E-AB70-F969-62E742FF613C}"/>
              </a:ext>
            </a:extLst>
          </p:cNvPr>
          <p:cNvSpPr/>
          <p:nvPr/>
        </p:nvSpPr>
        <p:spPr>
          <a:xfrm>
            <a:off x="0" y="0"/>
            <a:ext cx="321013" cy="1060315"/>
          </a:xfrm>
          <a:prstGeom prst="rect">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sp>
        <p:nvSpPr>
          <p:cNvPr id="9" name="Title 1">
            <a:extLst>
              <a:ext uri="{FF2B5EF4-FFF2-40B4-BE49-F238E27FC236}">
                <a16:creationId xmlns:a16="http://schemas.microsoft.com/office/drawing/2014/main" id="{DCACE439-DC17-1C53-A9A2-B3EB34AD6896}"/>
              </a:ext>
            </a:extLst>
          </p:cNvPr>
          <p:cNvSpPr>
            <a:spLocks noGrp="1"/>
          </p:cNvSpPr>
          <p:nvPr>
            <p:ph type="title"/>
          </p:nvPr>
        </p:nvSpPr>
        <p:spPr>
          <a:xfrm>
            <a:off x="571500" y="739915"/>
            <a:ext cx="5780662" cy="320400"/>
          </a:xfrm>
        </p:spPr>
        <p:txBody>
          <a:bodyPr/>
          <a:lstStyle/>
          <a:p>
            <a:r>
              <a:rPr lang="en-US" dirty="0"/>
              <a:t>AI Process Navigator - </a:t>
            </a:r>
            <a:r>
              <a:rPr lang="en-US" b="0" dirty="0">
                <a:solidFill>
                  <a:schemeClr val="tx1"/>
                </a:solidFill>
              </a:rPr>
              <a:t>Exploratory Data Analysis</a:t>
            </a:r>
            <a:endParaRPr lang="en-US" dirty="0">
              <a:solidFill>
                <a:schemeClr val="tx1"/>
              </a:solidFill>
            </a:endParaRPr>
          </a:p>
        </p:txBody>
      </p:sp>
      <p:sp>
        <p:nvSpPr>
          <p:cNvPr id="11" name="TextBox 10">
            <a:extLst>
              <a:ext uri="{FF2B5EF4-FFF2-40B4-BE49-F238E27FC236}">
                <a16:creationId xmlns:a16="http://schemas.microsoft.com/office/drawing/2014/main" id="{BAD0786A-4DD8-1024-79F8-DE23F969FA0C}"/>
              </a:ext>
            </a:extLst>
          </p:cNvPr>
          <p:cNvSpPr txBox="1"/>
          <p:nvPr/>
        </p:nvSpPr>
        <p:spPr>
          <a:xfrm>
            <a:off x="571500" y="2530292"/>
            <a:ext cx="4000500" cy="2226763"/>
          </a:xfrm>
          <a:prstGeom prst="rect">
            <a:avLst/>
          </a:prstGeom>
          <a:noFill/>
        </p:spPr>
        <p:txBody>
          <a:bodyPr wrap="square">
            <a:spAutoFit/>
          </a:bodyPr>
          <a:lstStyle/>
          <a:p>
            <a:pPr marL="285750" indent="-285750">
              <a:lnSpc>
                <a:spcPct val="90000"/>
              </a:lnSpc>
              <a:spcBef>
                <a:spcPts val="600"/>
              </a:spcBef>
              <a:buClr>
                <a:srgbClr val="009999"/>
              </a:buClr>
              <a:buSzPct val="100000"/>
              <a:buFont typeface="Arial" panose="020B0604020202020204" pitchFamily="34" charset="0"/>
              <a:buChar char="•"/>
            </a:pPr>
            <a:r>
              <a:t>Innomotics offers Exploratory Data Analysis (EDA) services as a specialized industrial analytics approach to rapidly diagnose kiln stability, quantify operational variances, and optimize clinker manufacturing efficiency.</a:t>
            </a:r>
          </a:p>
          <a:p>
            <a:pPr marL="285750" indent="-285750">
              <a:lnSpc>
                <a:spcPct val="90000"/>
              </a:lnSpc>
              <a:spcBef>
                <a:spcPts val="600"/>
              </a:spcBef>
              <a:buClr>
                <a:srgbClr val="009999"/>
              </a:buClr>
              <a:buSzPct val="100000"/>
              <a:buFont typeface="Arial" panose="020B0604020202020204" pitchFamily="34" charset="0"/>
              <a:buChar char="•"/>
            </a:pPr>
            <a:endParaRPr lang="en-US" sz="1100">
              <a:latin typeface="Outfit"/>
            </a:endParaRPr>
          </a:p>
          <a:p>
            <a:pPr marL="285750" indent="-285750">
              <a:lnSpc>
                <a:spcPct val="90000"/>
              </a:lnSpc>
              <a:spcBef>
                <a:spcPts val="600"/>
              </a:spcBef>
              <a:buClr>
                <a:srgbClr val="009999"/>
              </a:buClr>
              <a:buSzPct val="100000"/>
              <a:buFont typeface="Arial" panose="020B0604020202020204" pitchFamily="34" charset="0"/>
              <a:buChar char="•"/>
            </a:pPr>
            <a:r>
              <a:t>This diagnostic investigation integrates continuous high-frequency telemetry and lab assay records (Dataset: High_Resolution_Telemetry.csv) across primary pyro tags for Plant Operations. We evaluate kiln mechanical drive dynamics (main drive current), fuel combustion and heat recuperation, preheater draft balance, and clinker quality trade-offs (fCaO vs C3S) to establish the plant's Golden Batch operating envelope.</a:t>
            </a:r>
            <a:endParaRPr lang="en-US" sz="1100" dirty="0">
              <a:latin typeface="Outfit"/>
            </a:endParaRPr>
          </a:p>
        </p:txBody>
      </p:sp>
      <p:sp>
        <p:nvSpPr>
          <p:cNvPr id="13" name="TextBox 12">
            <a:extLst>
              <a:ext uri="{FF2B5EF4-FFF2-40B4-BE49-F238E27FC236}">
                <a16:creationId xmlns:a16="http://schemas.microsoft.com/office/drawing/2014/main" id="{D1310B5A-F958-D97E-7FAF-130F24321BC5}"/>
              </a:ext>
            </a:extLst>
          </p:cNvPr>
          <p:cNvSpPr txBox="1"/>
          <p:nvPr/>
        </p:nvSpPr>
        <p:spPr>
          <a:xfrm>
            <a:off x="5374534" y="3366155"/>
            <a:ext cx="1498060" cy="215444"/>
          </a:xfrm>
          <a:prstGeom prst="rect">
            <a:avLst/>
          </a:prstGeom>
          <a:noFill/>
        </p:spPr>
        <p:txBody>
          <a:bodyPr wrap="square" lIns="0" tIns="0" rIns="0" bIns="0" rtlCol="0">
            <a:spAutoFit/>
          </a:bodyPr>
          <a:lstStyle/>
          <a:p>
            <a:pPr algn="ctr"/>
            <a:r>
              <a:rPr lang="en-US" sz="1400" dirty="0">
                <a:solidFill>
                  <a:schemeClr val="tx2"/>
                </a:solidFill>
              </a:rPr>
              <a:t>Pre-Processing</a:t>
            </a:r>
          </a:p>
        </p:txBody>
      </p:sp>
      <p:sp>
        <p:nvSpPr>
          <p:cNvPr id="14" name="TextBox 13">
            <a:extLst>
              <a:ext uri="{FF2B5EF4-FFF2-40B4-BE49-F238E27FC236}">
                <a16:creationId xmlns:a16="http://schemas.microsoft.com/office/drawing/2014/main" id="{92457DA0-BAC1-5F69-9600-0ADBCB513AA6}"/>
              </a:ext>
            </a:extLst>
          </p:cNvPr>
          <p:cNvSpPr txBox="1"/>
          <p:nvPr/>
        </p:nvSpPr>
        <p:spPr>
          <a:xfrm>
            <a:off x="7561407" y="3366156"/>
            <a:ext cx="1498060" cy="215444"/>
          </a:xfrm>
          <a:prstGeom prst="rect">
            <a:avLst/>
          </a:prstGeom>
          <a:noFill/>
        </p:spPr>
        <p:txBody>
          <a:bodyPr wrap="square" lIns="0" tIns="0" rIns="0" bIns="0" rtlCol="0">
            <a:spAutoFit/>
          </a:bodyPr>
          <a:lstStyle/>
          <a:p>
            <a:pPr algn="ctr"/>
            <a:r>
              <a:rPr lang="en-US" sz="1400" dirty="0">
                <a:solidFill>
                  <a:schemeClr val="tx2"/>
                </a:solidFill>
              </a:rPr>
              <a:t>Analyzing</a:t>
            </a:r>
          </a:p>
        </p:txBody>
      </p:sp>
      <p:sp>
        <p:nvSpPr>
          <p:cNvPr id="15" name="TextBox 14">
            <a:extLst>
              <a:ext uri="{FF2B5EF4-FFF2-40B4-BE49-F238E27FC236}">
                <a16:creationId xmlns:a16="http://schemas.microsoft.com/office/drawing/2014/main" id="{24515136-43ED-3483-C812-7EF23CF28342}"/>
              </a:ext>
            </a:extLst>
          </p:cNvPr>
          <p:cNvSpPr txBox="1"/>
          <p:nvPr/>
        </p:nvSpPr>
        <p:spPr>
          <a:xfrm>
            <a:off x="9748280" y="3366156"/>
            <a:ext cx="1498060" cy="215444"/>
          </a:xfrm>
          <a:prstGeom prst="rect">
            <a:avLst/>
          </a:prstGeom>
          <a:noFill/>
        </p:spPr>
        <p:txBody>
          <a:bodyPr wrap="square" lIns="0" tIns="0" rIns="0" bIns="0" rtlCol="0">
            <a:spAutoFit/>
          </a:bodyPr>
          <a:lstStyle/>
          <a:p>
            <a:pPr algn="ctr"/>
            <a:r>
              <a:rPr lang="en-US" sz="1400" dirty="0">
                <a:solidFill>
                  <a:schemeClr val="tx2"/>
                </a:solidFill>
              </a:rPr>
              <a:t>Reporting</a:t>
            </a:r>
          </a:p>
        </p:txBody>
      </p:sp>
      <p:sp>
        <p:nvSpPr>
          <p:cNvPr id="16" name="Oval 15">
            <a:extLst>
              <a:ext uri="{FF2B5EF4-FFF2-40B4-BE49-F238E27FC236}">
                <a16:creationId xmlns:a16="http://schemas.microsoft.com/office/drawing/2014/main" id="{B58FE24F-D523-7ECD-DDE0-AC4CF6825414}"/>
              </a:ext>
            </a:extLst>
          </p:cNvPr>
          <p:cNvSpPr/>
          <p:nvPr/>
        </p:nvSpPr>
        <p:spPr>
          <a:xfrm>
            <a:off x="5836598" y="2645923"/>
            <a:ext cx="573932" cy="573932"/>
          </a:xfrm>
          <a:prstGeom prst="ellipse">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sp>
        <p:nvSpPr>
          <p:cNvPr id="24" name="Oval 23">
            <a:extLst>
              <a:ext uri="{FF2B5EF4-FFF2-40B4-BE49-F238E27FC236}">
                <a16:creationId xmlns:a16="http://schemas.microsoft.com/office/drawing/2014/main" id="{6870FEB0-BB9A-875A-FFE7-2E37E69ADED6}"/>
              </a:ext>
            </a:extLst>
          </p:cNvPr>
          <p:cNvSpPr/>
          <p:nvPr/>
        </p:nvSpPr>
        <p:spPr>
          <a:xfrm>
            <a:off x="8023471" y="2645923"/>
            <a:ext cx="573932" cy="573932"/>
          </a:xfrm>
          <a:prstGeom prst="ellipse">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sp>
        <p:nvSpPr>
          <p:cNvPr id="25" name="Oval 24">
            <a:extLst>
              <a:ext uri="{FF2B5EF4-FFF2-40B4-BE49-F238E27FC236}">
                <a16:creationId xmlns:a16="http://schemas.microsoft.com/office/drawing/2014/main" id="{9ABEA200-00CD-576D-D5DE-A1EE7B08772E}"/>
              </a:ext>
            </a:extLst>
          </p:cNvPr>
          <p:cNvSpPr/>
          <p:nvPr/>
        </p:nvSpPr>
        <p:spPr>
          <a:xfrm>
            <a:off x="10210344" y="2645923"/>
            <a:ext cx="573932" cy="573932"/>
          </a:xfrm>
          <a:prstGeom prst="ellipse">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sp>
        <p:nvSpPr>
          <p:cNvPr id="28" name="TextBox 27">
            <a:extLst>
              <a:ext uri="{FF2B5EF4-FFF2-40B4-BE49-F238E27FC236}">
                <a16:creationId xmlns:a16="http://schemas.microsoft.com/office/drawing/2014/main" id="{BAF3811C-1B5A-E2AE-4084-DB5D7F8E3364}"/>
              </a:ext>
            </a:extLst>
          </p:cNvPr>
          <p:cNvSpPr txBox="1"/>
          <p:nvPr/>
        </p:nvSpPr>
        <p:spPr>
          <a:xfrm>
            <a:off x="5141070" y="3748931"/>
            <a:ext cx="1964987" cy="1292662"/>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200" dirty="0"/>
              <a:t>Data gathering</a:t>
            </a:r>
          </a:p>
          <a:p>
            <a:pPr marL="285750" indent="-285750" algn="l">
              <a:buFont typeface="Arial" panose="020B0604020202020204" pitchFamily="34" charset="0"/>
              <a:buChar char="•"/>
            </a:pPr>
            <a:r>
              <a:rPr lang="en-US" sz="1200" dirty="0"/>
              <a:t>Observe data </a:t>
            </a:r>
          </a:p>
          <a:p>
            <a:pPr marL="285750" indent="-285750" algn="l">
              <a:buFont typeface="Arial" panose="020B0604020202020204" pitchFamily="34" charset="0"/>
              <a:buChar char="•"/>
            </a:pPr>
            <a:r>
              <a:rPr lang="en-US" sz="1200" dirty="0"/>
              <a:t>Data Cleaning (e.g., Removing Null values, duplicate values)</a:t>
            </a:r>
          </a:p>
          <a:p>
            <a:pPr marL="285750" indent="-285750" algn="l">
              <a:buFont typeface="Arial" panose="020B0604020202020204" pitchFamily="34" charset="0"/>
              <a:buChar char="•"/>
            </a:pPr>
            <a:r>
              <a:rPr lang="en-US" sz="1200" dirty="0"/>
              <a:t>Noise filters implementation</a:t>
            </a:r>
          </a:p>
        </p:txBody>
      </p:sp>
      <p:sp>
        <p:nvSpPr>
          <p:cNvPr id="29" name="TextBox 28">
            <a:extLst>
              <a:ext uri="{FF2B5EF4-FFF2-40B4-BE49-F238E27FC236}">
                <a16:creationId xmlns:a16="http://schemas.microsoft.com/office/drawing/2014/main" id="{DF79EADE-B756-0A63-EFA9-E784819E22BE}"/>
              </a:ext>
            </a:extLst>
          </p:cNvPr>
          <p:cNvSpPr txBox="1"/>
          <p:nvPr/>
        </p:nvSpPr>
        <p:spPr>
          <a:xfrm>
            <a:off x="7396039" y="3748931"/>
            <a:ext cx="1964987" cy="553998"/>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200" dirty="0"/>
              <a:t>Building correlation matrix</a:t>
            </a:r>
          </a:p>
          <a:p>
            <a:pPr marL="285750" indent="-285750" algn="l">
              <a:buFont typeface="Arial" panose="020B0604020202020204" pitchFamily="34" charset="0"/>
              <a:buChar char="•"/>
            </a:pPr>
            <a:r>
              <a:rPr lang="en-US" sz="1200" dirty="0"/>
              <a:t>Identifying anomalies</a:t>
            </a:r>
          </a:p>
          <a:p>
            <a:pPr marL="285750" indent="-285750" algn="l">
              <a:buFont typeface="Arial" panose="020B0604020202020204" pitchFamily="34" charset="0"/>
              <a:buChar char="•"/>
            </a:pPr>
            <a:r>
              <a:rPr lang="en-US" sz="1200" dirty="0"/>
              <a:t>ROI Analysis</a:t>
            </a:r>
          </a:p>
        </p:txBody>
      </p:sp>
      <p:sp>
        <p:nvSpPr>
          <p:cNvPr id="30" name="TextBox 29">
            <a:extLst>
              <a:ext uri="{FF2B5EF4-FFF2-40B4-BE49-F238E27FC236}">
                <a16:creationId xmlns:a16="http://schemas.microsoft.com/office/drawing/2014/main" id="{B8BCC221-595F-9729-7622-ECE92002AA8F}"/>
              </a:ext>
            </a:extLst>
          </p:cNvPr>
          <p:cNvSpPr txBox="1"/>
          <p:nvPr/>
        </p:nvSpPr>
        <p:spPr>
          <a:xfrm>
            <a:off x="9669298" y="3748931"/>
            <a:ext cx="1664594" cy="553998"/>
          </a:xfrm>
          <a:prstGeom prst="rect">
            <a:avLst/>
          </a:prstGeom>
          <a:noFill/>
        </p:spPr>
        <p:txBody>
          <a:bodyPr wrap="square" lIns="0" tIns="0" rIns="0" bIns="0" rtlCol="0">
            <a:spAutoFit/>
          </a:bodyPr>
          <a:lstStyle/>
          <a:p>
            <a:pPr marL="285750" indent="-285750" algn="l">
              <a:buFont typeface="Arial" panose="020B0604020202020204" pitchFamily="34" charset="0"/>
              <a:buChar char="•"/>
            </a:pPr>
            <a:r>
              <a:rPr lang="en-US" sz="1200" dirty="0"/>
              <a:t>EDA Report</a:t>
            </a:r>
          </a:p>
          <a:p>
            <a:pPr marL="285750" indent="-285750" algn="l">
              <a:buFont typeface="Arial" panose="020B0604020202020204" pitchFamily="34" charset="0"/>
              <a:buChar char="•"/>
            </a:pPr>
            <a:r>
              <a:rPr lang="en-US" sz="1200" dirty="0"/>
              <a:t>Presentation to stakeholders</a:t>
            </a:r>
          </a:p>
        </p:txBody>
      </p:sp>
      <p:cxnSp>
        <p:nvCxnSpPr>
          <p:cNvPr id="32" name="Straight Connector 31">
            <a:extLst>
              <a:ext uri="{FF2B5EF4-FFF2-40B4-BE49-F238E27FC236}">
                <a16:creationId xmlns:a16="http://schemas.microsoft.com/office/drawing/2014/main" id="{A2CB5CC0-EEF7-E730-ECC7-85F30E130349}"/>
              </a:ext>
            </a:extLst>
          </p:cNvPr>
          <p:cNvCxnSpPr>
            <a:cxnSpLocks/>
          </p:cNvCxnSpPr>
          <p:nvPr/>
        </p:nvCxnSpPr>
        <p:spPr>
          <a:xfrm>
            <a:off x="7250119" y="3524827"/>
            <a:ext cx="0" cy="1455735"/>
          </a:xfrm>
          <a:prstGeom prst="line">
            <a:avLst/>
          </a:prstGeom>
          <a:ln w="6350">
            <a:solidFill>
              <a:srgbClr val="E1F000">
                <a:alpha val="29000"/>
              </a:srgb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3966DC5-0D5B-B631-FDAC-7AFA32D12FC0}"/>
              </a:ext>
            </a:extLst>
          </p:cNvPr>
          <p:cNvCxnSpPr>
            <a:cxnSpLocks/>
          </p:cNvCxnSpPr>
          <p:nvPr/>
        </p:nvCxnSpPr>
        <p:spPr>
          <a:xfrm>
            <a:off x="9429118" y="3524827"/>
            <a:ext cx="0" cy="1455735"/>
          </a:xfrm>
          <a:prstGeom prst="line">
            <a:avLst/>
          </a:prstGeom>
          <a:ln w="6350">
            <a:solidFill>
              <a:srgbClr val="E1F000">
                <a:alpha val="29000"/>
              </a:srgbClr>
            </a:solidFill>
          </a:ln>
        </p:spPr>
        <p:style>
          <a:lnRef idx="1">
            <a:schemeClr val="accent1"/>
          </a:lnRef>
          <a:fillRef idx="0">
            <a:schemeClr val="accent1"/>
          </a:fillRef>
          <a:effectRef idx="0">
            <a:schemeClr val="accent1"/>
          </a:effectRef>
          <a:fontRef idx="minor">
            <a:schemeClr val="tx1"/>
          </a:fontRef>
        </p:style>
      </p:cxnSp>
      <p:pic>
        <p:nvPicPr>
          <p:cNvPr id="35" name="Graphic 34" descr="Database with solid fill">
            <a:extLst>
              <a:ext uri="{FF2B5EF4-FFF2-40B4-BE49-F238E27FC236}">
                <a16:creationId xmlns:a16="http://schemas.microsoft.com/office/drawing/2014/main" id="{0BB75C1B-9961-ADF3-E3BD-1E1D9035BC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31258" y="2738028"/>
            <a:ext cx="384610" cy="384610"/>
          </a:xfrm>
          <a:prstGeom prst="rect">
            <a:avLst/>
          </a:prstGeom>
        </p:spPr>
      </p:pic>
      <p:pic>
        <p:nvPicPr>
          <p:cNvPr id="37" name="Graphic 36" descr="Presentation with pie chart with solid fill">
            <a:extLst>
              <a:ext uri="{FF2B5EF4-FFF2-40B4-BE49-F238E27FC236}">
                <a16:creationId xmlns:a16="http://schemas.microsoft.com/office/drawing/2014/main" id="{1811DAB4-2388-6161-C47E-CE98484C80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1352" y="2769424"/>
            <a:ext cx="371916" cy="371916"/>
          </a:xfrm>
          <a:prstGeom prst="rect">
            <a:avLst/>
          </a:prstGeom>
        </p:spPr>
      </p:pic>
      <p:pic>
        <p:nvPicPr>
          <p:cNvPr id="39" name="Graphic 38" descr="Statistics with solid fill">
            <a:extLst>
              <a:ext uri="{FF2B5EF4-FFF2-40B4-BE49-F238E27FC236}">
                <a16:creationId xmlns:a16="http://schemas.microsoft.com/office/drawing/2014/main" id="{A8BB2DA9-E326-4D9C-AF59-1E846F5C1E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9622" y="2738028"/>
            <a:ext cx="347925" cy="347925"/>
          </a:xfrm>
          <a:prstGeom prst="rect">
            <a:avLst/>
          </a:prstGeom>
        </p:spPr>
      </p:pic>
      <p:sp>
        <p:nvSpPr>
          <p:cNvPr id="40" name="Slide Number Placeholder 3">
            <a:extLst>
              <a:ext uri="{FF2B5EF4-FFF2-40B4-BE49-F238E27FC236}">
                <a16:creationId xmlns:a16="http://schemas.microsoft.com/office/drawing/2014/main" id="{16E6878F-D5DB-BDFE-188A-CD38621A69F3}"/>
              </a:ext>
            </a:extLst>
          </p:cNvPr>
          <p:cNvSpPr>
            <a:spLocks noGrp="1"/>
          </p:cNvSpPr>
          <p:nvPr>
            <p:ph type="sldNum" sz="quarter" idx="22"/>
          </p:nvPr>
        </p:nvSpPr>
        <p:spPr>
          <a:xfrm>
            <a:off x="449560" y="6233668"/>
            <a:ext cx="586091" cy="180000"/>
          </a:xfrm>
        </p:spPr>
        <p:txBody>
          <a:bodyPr/>
          <a:lstStyle/>
          <a:p>
            <a:r>
              <a:rPr lang="en-US">
                <a:solidFill>
                  <a:schemeClr val="tx1"/>
                </a:solidFill>
              </a:rPr>
              <a:t>Page 2</a:t>
            </a:r>
            <a:endParaRPr lang="en-US" dirty="0">
              <a:solidFill>
                <a:schemeClr val="tx1"/>
              </a:solidFill>
            </a:endParaRPr>
          </a:p>
        </p:txBody>
      </p:sp>
    </p:spTree>
    <p:extLst>
      <p:ext uri="{BB962C8B-B14F-4D97-AF65-F5344CB8AC3E}">
        <p14:creationId xmlns:p14="http://schemas.microsoft.com/office/powerpoint/2010/main" val="4271105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9"/>
        <p:cNvGrpSpPr/>
        <p:nvPr/>
      </p:nvGrpSpPr>
      <p:grpSpPr>
        <a:xfrm>
          <a:off x="0" y="0"/>
          <a:ext cx="0" cy="0"/>
          <a:chOff x="0" y="0"/>
          <a:chExt cx="0" cy="0"/>
        </a:xfrm>
      </p:grpSpPr>
      <p:sp>
        <p:nvSpPr>
          <p:cNvPr id="270" name="Google Shape;270;g3f5f6cd0003_0_419"/>
          <p:cNvSpPr/>
          <p:nvPr/>
        </p:nvSpPr>
        <p:spPr>
          <a:xfrm>
            <a:off x="0" y="0"/>
            <a:ext cx="321000" cy="1060200"/>
          </a:xfrm>
          <a:prstGeom prst="rect">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271;g3f5f6cd0003_0_419"/>
          <p:cNvSpPr txBox="1"/>
          <p:nvPr/>
        </p:nvSpPr>
        <p:spPr>
          <a:xfrm>
            <a:off x="571500" y="476250"/>
            <a:ext cx="11049000" cy="762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a:ln>
                  <a:noFill/>
                </a:ln>
                <a:solidFill>
                  <a:srgbClr val="E1F000"/>
                </a:solidFill>
                <a:effectLst/>
                <a:uLnTx/>
                <a:uFillTx/>
                <a:latin typeface="Space Grotesk"/>
                <a:ea typeface="Space Grotesk"/>
                <a:cs typeface="Space Grotesk"/>
                <a:sym typeface="Space Grotesk"/>
              </a:rPr>
              <a:t>Dataset Profile: Raw Structure &amp; Duration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E1F000"/>
                </a:solidFill>
                <a:effectLst/>
                <a:uLnTx/>
                <a:uFillTx/>
                <a:latin typeface="Outfit"/>
                <a:ea typeface="Space Grotesk"/>
                <a:cs typeface="Space Grotesk"/>
                <a:sym typeface="Space Grotesk"/>
              </a:rPr>
              <a:t>Comprehensive overview of the telemetry ingestion parameters and continuous tracking limits for Plant Operations.</a:t>
            </a:r>
            <a:endParaRPr kumimoji="0" sz="1200" b="0" i="0" u="none" strike="noStrike" kern="0" cap="none" spc="0" normalizeH="0" baseline="0" noProof="0">
              <a:ln>
                <a:noFill/>
              </a:ln>
              <a:solidFill>
                <a:srgbClr val="CBD5E1"/>
              </a:solidFill>
              <a:effectLst/>
              <a:uLnTx/>
              <a:uFillTx/>
              <a:latin typeface="Outfit"/>
              <a:ea typeface="Arial"/>
              <a:cs typeface="Arial"/>
              <a:sym typeface="Arial"/>
            </a:endParaRPr>
          </a:p>
        </p:txBody>
      </p:sp>
      <p:grpSp>
        <p:nvGrpSpPr>
          <p:cNvPr id="272" name="Google Shape;272;g3f5f6cd0003_0_419"/>
          <p:cNvGrpSpPr/>
          <p:nvPr/>
        </p:nvGrpSpPr>
        <p:grpSpPr>
          <a:xfrm>
            <a:off x="732472" y="1809750"/>
            <a:ext cx="3476700" cy="1428900"/>
            <a:chOff x="732473" y="1809750"/>
            <a:chExt cx="3476700" cy="1428900"/>
          </a:xfrm>
        </p:grpSpPr>
        <p:sp>
          <p:nvSpPr>
            <p:cNvPr id="273" name="Google Shape;273;g3f5f6cd0003_0_419"/>
            <p:cNvSpPr/>
            <p:nvPr/>
          </p:nvSpPr>
          <p:spPr>
            <a:xfrm>
              <a:off x="732472" y="1809750"/>
              <a:ext cx="3476700" cy="1428900"/>
            </a:xfrm>
            <a:prstGeom prst="roundRect">
              <a:avLst>
                <a:gd name="adj" fmla="val 13333"/>
              </a:avLst>
            </a:prstGeom>
            <a:solidFill>
              <a:srgbClr val="E1F000">
                <a:alpha val="800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274;g3f5f6cd0003_0_419"/>
            <p:cNvSpPr/>
            <p:nvPr/>
          </p:nvSpPr>
          <p:spPr>
            <a:xfrm>
              <a:off x="903923" y="1981200"/>
              <a:ext cx="419100" cy="419100"/>
            </a:xfrm>
            <a:prstGeom prst="ellipse">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275;g3f5f6cd0003_0_419"/>
            <p:cNvSpPr txBox="1"/>
            <p:nvPr/>
          </p:nvSpPr>
          <p:spPr>
            <a:xfrm>
              <a:off x="903923" y="2076450"/>
              <a:ext cx="419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01</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76" name="Google Shape;276;g3f5f6cd0003_0_419"/>
            <p:cNvSpPr txBox="1"/>
            <p:nvPr/>
          </p:nvSpPr>
          <p:spPr>
            <a:xfrm>
              <a:off x="1524000" y="1952625"/>
              <a:ext cx="2476500" cy="1143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Total Records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277,920 Records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Minute-level continuous sensor telemetry spanning ~193 days of continuous pyroprocessing.</a:t>
              </a:r>
              <a:endParaRPr kumimoji="0" sz="1100" b="0" i="0" u="none" strike="noStrike" kern="0" cap="none" spc="0" normalizeH="0" baseline="0" noProof="0">
                <a:ln>
                  <a:noFill/>
                </a:ln>
                <a:solidFill>
                  <a:srgbClr val="CBD5E1"/>
                </a:solidFill>
                <a:effectLst/>
                <a:uLnTx/>
                <a:uFillTx/>
                <a:latin typeface="Outfit"/>
                <a:ea typeface="Arial"/>
                <a:cs typeface="Arial"/>
                <a:sym typeface="Arial"/>
              </a:endParaRPr>
            </a:p>
          </p:txBody>
        </p:sp>
      </p:grpSp>
      <p:grpSp>
        <p:nvGrpSpPr>
          <p:cNvPr id="277" name="Google Shape;277;g3f5f6cd0003_0_419"/>
          <p:cNvGrpSpPr/>
          <p:nvPr/>
        </p:nvGrpSpPr>
        <p:grpSpPr>
          <a:xfrm>
            <a:off x="4468177" y="1809750"/>
            <a:ext cx="3476700" cy="1428900"/>
            <a:chOff x="4468178" y="1809750"/>
            <a:chExt cx="3476700" cy="1428900"/>
          </a:xfrm>
        </p:grpSpPr>
        <p:sp>
          <p:nvSpPr>
            <p:cNvPr id="278" name="Google Shape;278;g3f5f6cd0003_0_419"/>
            <p:cNvSpPr/>
            <p:nvPr/>
          </p:nvSpPr>
          <p:spPr>
            <a:xfrm>
              <a:off x="4468178" y="1809750"/>
              <a:ext cx="3476700" cy="1428900"/>
            </a:xfrm>
            <a:prstGeom prst="roundRect">
              <a:avLst>
                <a:gd name="adj" fmla="val 13333"/>
              </a:avLst>
            </a:prstGeom>
            <a:solidFill>
              <a:srgbClr val="E1F000">
                <a:alpha val="800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279;g3f5f6cd0003_0_419"/>
            <p:cNvSpPr/>
            <p:nvPr/>
          </p:nvSpPr>
          <p:spPr>
            <a:xfrm>
              <a:off x="4639628" y="1981200"/>
              <a:ext cx="419100" cy="419100"/>
            </a:xfrm>
            <a:prstGeom prst="ellipse">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280;g3f5f6cd0003_0_419"/>
            <p:cNvSpPr txBox="1"/>
            <p:nvPr/>
          </p:nvSpPr>
          <p:spPr>
            <a:xfrm>
              <a:off x="4639628" y="2076450"/>
              <a:ext cx="419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02</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281;g3f5f6cd0003_0_419"/>
            <p:cNvSpPr txBox="1"/>
            <p:nvPr/>
          </p:nvSpPr>
          <p:spPr>
            <a:xfrm>
              <a:off x="5257800" y="1952625"/>
              <a:ext cx="2476500" cy="1143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Variables Profile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80 Pyro Tags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Synchronized industrial telemetry spanning feed lines, main drive current, fuel oil firing, twin preheater draft, and cooler hydraulics.</a:t>
              </a:r>
              <a:endParaRPr kumimoji="0" sz="1100" b="0" i="0" u="none" strike="noStrike" kern="0" cap="none" spc="0" normalizeH="0" baseline="0" noProof="0">
                <a:ln>
                  <a:noFill/>
                </a:ln>
                <a:solidFill>
                  <a:srgbClr val="CBD5E1"/>
                </a:solidFill>
                <a:effectLst/>
                <a:uLnTx/>
                <a:uFillTx/>
                <a:latin typeface="Outfit"/>
                <a:ea typeface="Arial"/>
                <a:cs typeface="Arial"/>
                <a:sym typeface="Arial"/>
              </a:endParaRPr>
            </a:p>
          </p:txBody>
        </p:sp>
      </p:grpSp>
      <p:grpSp>
        <p:nvGrpSpPr>
          <p:cNvPr id="282" name="Google Shape;282;g3f5f6cd0003_0_419"/>
          <p:cNvGrpSpPr/>
          <p:nvPr/>
        </p:nvGrpSpPr>
        <p:grpSpPr>
          <a:xfrm>
            <a:off x="8203883" y="1809750"/>
            <a:ext cx="3476700" cy="1428900"/>
            <a:chOff x="8203883" y="1809750"/>
            <a:chExt cx="3476700" cy="1428900"/>
          </a:xfrm>
        </p:grpSpPr>
        <p:sp>
          <p:nvSpPr>
            <p:cNvPr id="283" name="Google Shape;283;g3f5f6cd0003_0_419"/>
            <p:cNvSpPr/>
            <p:nvPr/>
          </p:nvSpPr>
          <p:spPr>
            <a:xfrm>
              <a:off x="8203883" y="1809750"/>
              <a:ext cx="3476700" cy="1428900"/>
            </a:xfrm>
            <a:prstGeom prst="roundRect">
              <a:avLst>
                <a:gd name="adj" fmla="val 13333"/>
              </a:avLst>
            </a:prstGeom>
            <a:solidFill>
              <a:srgbClr val="E1F000">
                <a:alpha val="800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284;g3f5f6cd0003_0_419"/>
            <p:cNvSpPr/>
            <p:nvPr/>
          </p:nvSpPr>
          <p:spPr>
            <a:xfrm>
              <a:off x="8375333" y="1981200"/>
              <a:ext cx="419100" cy="419100"/>
            </a:xfrm>
            <a:prstGeom prst="ellipse">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285;g3f5f6cd0003_0_419"/>
            <p:cNvSpPr txBox="1"/>
            <p:nvPr/>
          </p:nvSpPr>
          <p:spPr>
            <a:xfrm>
              <a:off x="8375333" y="2076450"/>
              <a:ext cx="419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03</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286;g3f5f6cd0003_0_419"/>
            <p:cNvSpPr txBox="1"/>
            <p:nvPr/>
          </p:nvSpPr>
          <p:spPr>
            <a:xfrm>
              <a:off x="8991600" y="1952625"/>
              <a:ext cx="2476500" cy="1143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Sampling Rate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Exactly 60s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Strict 1-minute (60 seconds) logging frequency capturing both steady states and transient process dynamics.</a:t>
              </a:r>
              <a:endParaRPr kumimoji="0" sz="1100" b="0" i="0" u="none" strike="noStrike" kern="0" cap="none" spc="0" normalizeH="0" baseline="0" noProof="0">
                <a:ln>
                  <a:noFill/>
                </a:ln>
                <a:solidFill>
                  <a:srgbClr val="CBD5E1"/>
                </a:solidFill>
                <a:effectLst/>
                <a:uLnTx/>
                <a:uFillTx/>
                <a:latin typeface="Outfit"/>
                <a:ea typeface="Arial"/>
                <a:cs typeface="Arial"/>
                <a:sym typeface="Arial"/>
              </a:endParaRPr>
            </a:p>
          </p:txBody>
        </p:sp>
      </p:grpSp>
      <p:grpSp>
        <p:nvGrpSpPr>
          <p:cNvPr id="287" name="Google Shape;287;g3f5f6cd0003_0_419"/>
          <p:cNvGrpSpPr/>
          <p:nvPr/>
        </p:nvGrpSpPr>
        <p:grpSpPr>
          <a:xfrm>
            <a:off x="732472" y="3619500"/>
            <a:ext cx="5305500" cy="1714500"/>
            <a:chOff x="732473" y="3619500"/>
            <a:chExt cx="5305500" cy="1714500"/>
          </a:xfrm>
        </p:grpSpPr>
        <p:sp>
          <p:nvSpPr>
            <p:cNvPr id="288" name="Google Shape;288;g3f5f6cd0003_0_419"/>
            <p:cNvSpPr/>
            <p:nvPr/>
          </p:nvSpPr>
          <p:spPr>
            <a:xfrm>
              <a:off x="732472" y="3619500"/>
              <a:ext cx="5305500" cy="1714500"/>
            </a:xfrm>
            <a:prstGeom prst="roundRect">
              <a:avLst>
                <a:gd name="adj" fmla="val 11111"/>
              </a:avLst>
            </a:prstGeom>
            <a:solidFill>
              <a:srgbClr val="E1F000">
                <a:alpha val="800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289;g3f5f6cd0003_0_419"/>
            <p:cNvSpPr/>
            <p:nvPr/>
          </p:nvSpPr>
          <p:spPr>
            <a:xfrm>
              <a:off x="903923" y="3790950"/>
              <a:ext cx="419100" cy="419100"/>
            </a:xfrm>
            <a:prstGeom prst="ellipse">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 name="Google Shape;290;g3f5f6cd0003_0_419"/>
            <p:cNvSpPr txBox="1"/>
            <p:nvPr/>
          </p:nvSpPr>
          <p:spPr>
            <a:xfrm>
              <a:off x="903923" y="3886200"/>
              <a:ext cx="419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04</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 name="Google Shape;291;g3f5f6cd0003_0_419"/>
            <p:cNvSpPr txBox="1"/>
            <p:nvPr/>
          </p:nvSpPr>
          <p:spPr>
            <a:xfrm>
              <a:off x="1524000" y="3762375"/>
              <a:ext cx="4286400" cy="14289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Active Run Duration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~193 Days Timeline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Continuous operational logging timeline spanning full production campaigns and lab validation cycles:</a:t>
              </a:r>
              <a:br/>
              <a:r>
                <a:t>Dataset: Process_Telemetry.csv</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Dataset: High_Resolution_Telemetry.csv</a:t>
              </a:r>
              <a:endParaRPr kumimoji="0" sz="1000" b="0" i="0" u="none" strike="noStrike" kern="0" cap="none" spc="0" normalizeH="0" baseline="0" noProof="0">
                <a:ln>
                  <a:noFill/>
                </a:ln>
                <a:solidFill>
                  <a:srgbClr val="FFFFFF"/>
                </a:solidFill>
                <a:effectLst/>
                <a:uLnTx/>
                <a:uFillTx/>
                <a:latin typeface="Outfit"/>
                <a:ea typeface="Arial"/>
                <a:cs typeface="Arial"/>
                <a:sym typeface="Arial"/>
              </a:endParaRPr>
            </a:p>
          </p:txBody>
        </p:sp>
      </p:grpSp>
      <p:grpSp>
        <p:nvGrpSpPr>
          <p:cNvPr id="292" name="Google Shape;292;g3f5f6cd0003_0_419"/>
          <p:cNvGrpSpPr/>
          <p:nvPr/>
        </p:nvGrpSpPr>
        <p:grpSpPr>
          <a:xfrm>
            <a:off x="6375083" y="3619500"/>
            <a:ext cx="5305500" cy="1714500"/>
            <a:chOff x="6375083" y="3619500"/>
            <a:chExt cx="5305500" cy="1714500"/>
          </a:xfrm>
        </p:grpSpPr>
        <p:sp>
          <p:nvSpPr>
            <p:cNvPr id="293" name="Google Shape;293;g3f5f6cd0003_0_419"/>
            <p:cNvSpPr/>
            <p:nvPr/>
          </p:nvSpPr>
          <p:spPr>
            <a:xfrm>
              <a:off x="6375083" y="3619500"/>
              <a:ext cx="5305500" cy="1714500"/>
            </a:xfrm>
            <a:prstGeom prst="roundRect">
              <a:avLst>
                <a:gd name="adj" fmla="val 11111"/>
              </a:avLst>
            </a:prstGeom>
            <a:solidFill>
              <a:srgbClr val="E1F000">
                <a:alpha val="8000"/>
              </a:srgbClr>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 name="Google Shape;294;g3f5f6cd0003_0_419"/>
            <p:cNvSpPr/>
            <p:nvPr/>
          </p:nvSpPr>
          <p:spPr>
            <a:xfrm>
              <a:off x="6546533" y="3790950"/>
              <a:ext cx="419100" cy="419100"/>
            </a:xfrm>
            <a:prstGeom prst="ellipse">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 name="Google Shape;295;g3f5f6cd0003_0_419"/>
            <p:cNvSpPr txBox="1"/>
            <p:nvPr/>
          </p:nvSpPr>
          <p:spPr>
            <a:xfrm>
              <a:off x="6546533" y="3886200"/>
              <a:ext cx="419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05</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Google Shape;296;g3f5f6cd0003_0_419"/>
            <p:cNvSpPr txBox="1"/>
            <p:nvPr/>
          </p:nvSpPr>
          <p:spPr>
            <a:xfrm>
              <a:off x="7162800" y="3762375"/>
              <a:ext cx="4286400" cy="14289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Operational Coverage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88.3% Availability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Comprehensive operational dataset capturing steady states and transient kiln behaviors across high-throughput regimes.</a:t>
              </a:r>
              <a:endParaRPr kumimoji="0" sz="1100" b="0" i="0" u="none" strike="noStrike" kern="0" cap="none" spc="0" normalizeH="0" baseline="0" noProof="0">
                <a:ln>
                  <a:noFill/>
                </a:ln>
                <a:solidFill>
                  <a:srgbClr val="FFFFFF"/>
                </a:solidFill>
                <a:effectLst/>
                <a:uLnTx/>
                <a:uFillTx/>
                <a:latin typeface="Outfit"/>
                <a:ea typeface="Arial"/>
                <a:cs typeface="Arial"/>
                <a:sym typeface="Arial"/>
              </a:endParaRPr>
            </a:p>
          </p:txBody>
        </p:sp>
      </p:grpSp>
      <p:sp>
        <p:nvSpPr>
          <p:cNvPr id="297" name="Google Shape;297;g3f5f6cd0003_0_419"/>
          <p:cNvSpPr txBox="1"/>
          <p:nvPr/>
        </p:nvSpPr>
        <p:spPr>
          <a:xfrm>
            <a:off x="1019175" y="6286500"/>
            <a:ext cx="7105800" cy="190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300"/>
              </a:spcAft>
              <a:buClr>
                <a:srgbClr val="000000"/>
              </a:buClr>
              <a:buSzTx/>
              <a:buFont typeface="Arial"/>
              <a:buNone/>
              <a:tabLst/>
              <a:defRPr/>
            </a:pPr>
            <a:r>
              <a:rPr kumimoji="0" lang="en-US" sz="1100" b="0" i="0" u="none" strike="noStrike" kern="0" cap="none" spc="0" normalizeH="0" baseline="0" noProof="0">
                <a:ln>
                  <a:noFill/>
                </a:ln>
                <a:solidFill>
                  <a:srgbClr val="FFFFFF"/>
                </a:solidFill>
                <a:effectLst/>
                <a:uLnTx/>
                <a:uFillTx/>
                <a:latin typeface="Arial"/>
                <a:ea typeface="Arial"/>
                <a:cs typeface="Arial"/>
                <a:sym typeface="Arial"/>
              </a:rPr>
              <a:t>Restricted | © Innomotics 2026</a:t>
            </a:r>
            <a:endParaRPr kumimoji="0" sz="1100" b="0" i="0" u="none" strike="noStrike" kern="0" cap="none" spc="0" normalizeH="0" baseline="0" noProof="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3485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g3f5f6cd0003_0_705"/>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17" name="Google Shape;317;g3f5f6cd0003_0_705"/>
          <p:cNvSpPr/>
          <p:nvPr/>
        </p:nvSpPr>
        <p:spPr>
          <a:xfrm>
            <a:off x="0" y="0"/>
            <a:ext cx="321000" cy="1060200"/>
          </a:xfrm>
          <a:prstGeom prst="rect">
            <a:avLst/>
          </a:prstGeom>
          <a:solidFill>
            <a:srgbClr val="E1F000"/>
          </a:solid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 name="Google Shape;318;g3f5f6cd0003_0_705"/>
          <p:cNvSpPr txBox="1"/>
          <p:nvPr/>
        </p:nvSpPr>
        <p:spPr>
          <a:xfrm>
            <a:off x="571500" y="428625"/>
            <a:ext cx="11049000" cy="762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Dataset Profile: Kiln Feed, Firing &amp; Pyro Architecture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Process analytics profile showcasing operational throughput, thermal fuel firing &amp; combustion dynamics, and clinker quality.</a:t>
            </a:r>
            <a:endParaRPr kumimoji="0" sz="1200" b="0" i="0" u="none" strike="noStrike" kern="0" cap="none" spc="0" normalizeH="0" baseline="0" noProof="0">
              <a:ln>
                <a:noFill/>
              </a:ln>
              <a:solidFill>
                <a:srgbClr val="CBD5E1"/>
              </a:solidFill>
              <a:effectLst/>
              <a:uLnTx/>
              <a:uFillTx/>
              <a:latin typeface="Outfit"/>
              <a:ea typeface="Arial"/>
              <a:cs typeface="Arial"/>
              <a:sym typeface="Arial"/>
            </a:endParaRPr>
          </a:p>
        </p:txBody>
      </p:sp>
      <p:grpSp>
        <p:nvGrpSpPr>
          <p:cNvPr id="319" name="Google Shape;319;g3f5f6cd0003_0_705"/>
          <p:cNvGrpSpPr/>
          <p:nvPr/>
        </p:nvGrpSpPr>
        <p:grpSpPr>
          <a:xfrm>
            <a:off x="561975" y="1514475"/>
            <a:ext cx="3495600" cy="4400700"/>
            <a:chOff x="561975" y="1514475"/>
            <a:chExt cx="3495600" cy="4400700"/>
          </a:xfrm>
        </p:grpSpPr>
        <p:pic>
          <p:nvPicPr>
            <p:cNvPr id="320" name="Google Shape;320;g3f5f6cd0003_0_705"/>
            <p:cNvPicPr preferRelativeResize="0"/>
            <p:nvPr/>
          </p:nvPicPr>
          <p:blipFill rotWithShape="1">
            <a:blip r:embed="rId4">
              <a:alphaModFix/>
            </a:blip>
            <a:srcRect/>
            <a:stretch/>
          </p:blipFill>
          <p:spPr>
            <a:xfrm>
              <a:off x="561975" y="1514475"/>
              <a:ext cx="3495600" cy="4400700"/>
            </a:xfrm>
            <a:prstGeom prst="rect">
              <a:avLst/>
            </a:prstGeom>
            <a:noFill/>
            <a:ln>
              <a:noFill/>
            </a:ln>
          </p:spPr>
        </p:pic>
        <p:sp>
          <p:nvSpPr>
            <p:cNvPr id="321" name="Google Shape;321;g3f5f6cd0003_0_705"/>
            <p:cNvSpPr txBox="1"/>
            <p:nvPr/>
          </p:nvSpPr>
          <p:spPr>
            <a:xfrm>
              <a:off x="809625" y="1762125"/>
              <a:ext cx="3000300" cy="39054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598.8 t/h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01. Kiln Feed Statistics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TAG: KILN FEED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High-Capacity Meal Feeding: Sustained raw meal feeding averaging 598.8 t/h (peaking at 663.0 t/h, stable corridor 598.00 - 634.00 t/h).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Clinker Production: Mean 386.3 t/h clinker (derived at 1.55 meal-to-clinker ratio).</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Kiln Rotational Speed: Mean 3.64 rpm (optimal running window 3.70 - 3.90 rpm, peaking at 4.22 RPM).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Drive Synchronization: Tight kinematic coupling between kiln rotational speed and feed.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DRIVE TORQUE &amp; LOADING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Main Drive Current: Mean 530.5 A (stable corridor 509.00 - 574.00 A, peak 742.0 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Throughput Potential: Golden Batch targets 605.0–641.0 t/h feed (+6.2 to +42.2 t/h gain).</a:t>
              </a:r>
              <a:endParaRPr kumimoji="0" sz="950" b="0" i="0" u="none" strike="noStrike" kern="0" cap="none" spc="0" normalizeH="0" baseline="0" noProof="0" dirty="0">
                <a:ln>
                  <a:noFill/>
                </a:ln>
                <a:solidFill>
                  <a:srgbClr val="CBD5E1"/>
                </a:solidFill>
                <a:effectLst/>
                <a:uLnTx/>
                <a:uFillTx/>
                <a:latin typeface="Outfit"/>
                <a:ea typeface="Arial"/>
                <a:cs typeface="Arial"/>
                <a:sym typeface="Arial"/>
              </a:endParaRPr>
            </a:p>
          </p:txBody>
        </p:sp>
      </p:grpSp>
      <p:grpSp>
        <p:nvGrpSpPr>
          <p:cNvPr id="322" name="Google Shape;322;g3f5f6cd0003_0_705"/>
          <p:cNvGrpSpPr/>
          <p:nvPr/>
        </p:nvGrpSpPr>
        <p:grpSpPr>
          <a:xfrm>
            <a:off x="4348163" y="1514475"/>
            <a:ext cx="3495600" cy="4400700"/>
            <a:chOff x="4348163" y="1514475"/>
            <a:chExt cx="3495600" cy="4400700"/>
          </a:xfrm>
        </p:grpSpPr>
        <p:pic>
          <p:nvPicPr>
            <p:cNvPr id="323" name="Google Shape;323;g3f5f6cd0003_0_705"/>
            <p:cNvPicPr preferRelativeResize="0"/>
            <p:nvPr/>
          </p:nvPicPr>
          <p:blipFill rotWithShape="1">
            <a:blip r:embed="rId4">
              <a:alphaModFix/>
            </a:blip>
            <a:srcRect/>
            <a:stretch/>
          </p:blipFill>
          <p:spPr>
            <a:xfrm>
              <a:off x="4348163" y="1514475"/>
              <a:ext cx="3495600" cy="4400700"/>
            </a:xfrm>
            <a:prstGeom prst="rect">
              <a:avLst/>
            </a:prstGeom>
            <a:noFill/>
            <a:ln>
              <a:noFill/>
            </a:ln>
          </p:spPr>
        </p:pic>
        <p:sp>
          <p:nvSpPr>
            <p:cNvPr id="324" name="Google Shape;324;g3f5f6cd0003_0_705"/>
            <p:cNvSpPr txBox="1"/>
            <p:nvPr/>
          </p:nvSpPr>
          <p:spPr>
            <a:xfrm>
              <a:off x="4595813" y="1762125"/>
              <a:ext cx="3000300" cy="3905400"/>
            </a:xfrm>
            <a:prstGeom prst="rect">
              <a:avLst/>
            </a:prstGeom>
            <a:noFill/>
            <a:ln>
              <a:noFill/>
            </a:ln>
          </p:spPr>
          <p:txBody>
            <a:bodyPr spcFirstLastPara="1" wrap="square" lIns="0" tIns="0" rIns="0" bIns="0" anchor="t" anchorCtr="0">
              <a:noAutofit/>
            </a:bodyPr>
            <a:lstStyle/>
            <a:p>
              <a:pPr>
                <a:buClr>
                  <a:srgbClr val="000000"/>
                </a:buClr>
                <a:defRPr/>
              </a:pPr>
              <a:r>
                <a:t>1033.5 °C</a:t>
              </a:r>
            </a:p>
            <a:p>
              <a:pPr>
                <a:buClr>
                  <a:srgbClr val="000000"/>
                </a:buClr>
                <a:defRPr/>
              </a:pPr>
              <a:r>
                <a:t>02. Recuperation &amp; Dual Fuel Firing</a:t>
              </a:r>
            </a:p>
            <a:p>
              <a:pPr>
                <a:buClr>
                  <a:srgbClr val="000000"/>
                </a:buClr>
                <a:defRPr/>
              </a:pPr>
              <a:r>
                <a:t>THERMAL ENTHALPY &amp; COMBUSTION</a:t>
              </a:r>
            </a:p>
            <a:p>
              <a:pPr>
                <a:buClr>
                  <a:srgbClr val="000000"/>
                </a:buClr>
                <a:defRPr/>
              </a:pPr>
              <a:r>
                <a:t>Secondary Air Temp: Mean 1033.5 °C (stable corridor 1024.00 - 1102.00 °C; peak 1324°C).</a:t>
              </a:r>
            </a:p>
            <a:p>
              <a:pPr>
                <a:buClr>
                  <a:srgbClr val="000000"/>
                </a:buClr>
                <a:defRPr/>
              </a:pPr>
              <a:r>
                <a:t>Main Burner Fuel: Mean 10,474 kg/h (optimal corridor 10,442–11,113 kg/h; peak 14,323 kg/h).</a:t>
              </a:r>
            </a:p>
            <a:p>
              <a:pPr>
                <a:buClr>
                  <a:srgbClr val="000000"/>
                </a:buClr>
                <a:defRPr/>
              </a:pPr>
              <a:r>
                <a:t>Calciner Fuel: Mean ~19.81 t/h across twin calciners ensuring complete decarbonation.</a:t>
              </a:r>
            </a:p>
            <a:p>
              <a:pPr>
                <a:buClr>
                  <a:srgbClr val="000000"/>
                </a:buClr>
                <a:defRPr/>
              </a:pPr>
              <a:r>
                <a:t>Total Heavy Fuel Oil: Mean 30.33 t/h (stable corridor 31,278–32,195 kg/h; target 28,500–29,500 kg/h).</a:t>
              </a:r>
            </a:p>
            <a:p>
              <a:pPr>
                <a:buClr>
                  <a:srgbClr val="000000"/>
                </a:buClr>
                <a:defRPr/>
              </a:pPr>
              <a:r>
                <a:t>COMBUSTION ATMOSPHERE</a:t>
              </a:r>
            </a:p>
            <a:p>
              <a:pPr>
                <a:buClr>
                  <a:srgbClr val="000000"/>
                </a:buClr>
                <a:defRPr/>
              </a:pPr>
              <a:r>
                <a:t>Kiln Inlet O2: Mean 14.72% (reflects false air infiltration at inlet seal; preheater exit O2 is 4.0–5.5%).</a:t>
              </a:r>
            </a:p>
            <a:p>
              <a:pPr>
                <a:buClr>
                  <a:srgbClr val="000000"/>
                </a:buClr>
                <a:defRPr/>
              </a:pPr>
              <a:r>
                <a:t>Specific Heat Consumption: Baseline 738.3 - 756.0 kcal/kg (Golden Batch target 715.0 - 730.0 kcal/kg).</a:t>
              </a:r>
            </a:p>
            <a:p>
              <a:pPr>
                <a:buClr>
                  <a:srgbClr val="000000"/>
                </a:buClr>
                <a:defRPr/>
              </a:pPr>
              <a:r>
                <a:t>Preheater Exit CO: Complete burnout safely eliminating incomplete combustion heat waste.</a:t>
              </a:r>
              <a:endParaRPr sz="950" b="1" kern="0" dirty="0">
                <a:solidFill>
                  <a:srgbClr val="E1F000"/>
                </a:solidFill>
                <a:latin typeface="Outfit"/>
              </a:endParaRPr>
            </a:p>
          </p:txBody>
        </p:sp>
      </p:grpSp>
      <p:grpSp>
        <p:nvGrpSpPr>
          <p:cNvPr id="325" name="Google Shape;325;g3f5f6cd0003_0_705"/>
          <p:cNvGrpSpPr/>
          <p:nvPr/>
        </p:nvGrpSpPr>
        <p:grpSpPr>
          <a:xfrm>
            <a:off x="8134350" y="1514475"/>
            <a:ext cx="3495600" cy="4400700"/>
            <a:chOff x="8134350" y="1514475"/>
            <a:chExt cx="3495600" cy="4400700"/>
          </a:xfrm>
        </p:grpSpPr>
        <p:pic>
          <p:nvPicPr>
            <p:cNvPr id="326" name="Google Shape;326;g3f5f6cd0003_0_705"/>
            <p:cNvPicPr preferRelativeResize="0"/>
            <p:nvPr/>
          </p:nvPicPr>
          <p:blipFill rotWithShape="1">
            <a:blip r:embed="rId4">
              <a:alphaModFix/>
            </a:blip>
            <a:srcRect/>
            <a:stretch/>
          </p:blipFill>
          <p:spPr>
            <a:xfrm>
              <a:off x="8134350" y="1514475"/>
              <a:ext cx="3495600" cy="4400700"/>
            </a:xfrm>
            <a:prstGeom prst="rect">
              <a:avLst/>
            </a:prstGeom>
            <a:noFill/>
            <a:ln>
              <a:noFill/>
            </a:ln>
          </p:spPr>
        </p:pic>
        <p:sp>
          <p:nvSpPr>
            <p:cNvPr id="327" name="Google Shape;327;g3f5f6cd0003_0_705"/>
            <p:cNvSpPr txBox="1"/>
            <p:nvPr/>
          </p:nvSpPr>
          <p:spPr>
            <a:xfrm>
              <a:off x="8382000" y="1762125"/>
              <a:ext cx="3000300" cy="39054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1.25%</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03. Clinker Quality &amp; Aerodynamics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LAB ASSAYS &amp; AERODYNAMICS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Clinker Free Lime Proxy: Mean 1.25% (stable corridor 1.02 - 1.19%; target 0.90 - 1.30%).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Quality Guardrail: Stabilizing Free Lime within 0.90–1.30% ensures sound clinker reactivity without overfiring.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Twin Tertiary Air Ducts: Recuperated cooler air at 985.7°C (String 1) and 1011.7°C (String 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AERODYNAMICS &amp; FAN POWER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Preheater Tower Symmetry: Near-perfect +0.998 draft correlation between String 1 and String 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Precalciner PC Gas Temp: Stable 848–874°C ensuring &gt;92% apparent meal calcination.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Cooler Bed Hydraulic Resistance: Grate pressure correlates +0.998 with undergrate chamber pressure.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Dataset: Process_Telemetry.csv</a:t>
              </a:r>
              <a:endParaRPr kumimoji="0" sz="950" b="0" i="0" u="none" strike="noStrike" kern="0" cap="none" spc="0" normalizeH="0" baseline="0" noProof="0" dirty="0">
                <a:ln>
                  <a:noFill/>
                </a:ln>
                <a:solidFill>
                  <a:srgbClr val="8A9F9F"/>
                </a:solidFill>
                <a:effectLst/>
                <a:uLnTx/>
                <a:uFillTx/>
                <a:latin typeface="Outfit"/>
                <a:ea typeface="Arial"/>
                <a:cs typeface="Arial"/>
                <a:sym typeface="Arial"/>
              </a:endParaRPr>
            </a:p>
          </p:txBody>
        </p:sp>
      </p:grpSp>
      <p:sp>
        <p:nvSpPr>
          <p:cNvPr id="328" name="Google Shape;328;g3f5f6cd0003_0_705"/>
          <p:cNvSpPr txBox="1"/>
          <p:nvPr/>
        </p:nvSpPr>
        <p:spPr>
          <a:xfrm>
            <a:off x="1019175" y="6286500"/>
            <a:ext cx="7105800" cy="190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t>Restricted | © Innomotics 2026</a:t>
            </a:r>
            <a:endParaRPr kumimoji="0" sz="1000" b="0" i="0" u="none" strike="noStrike" kern="0" cap="none" spc="0" normalizeH="0" baseline="0" noProof="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1717654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82AD51C-2C11-E8F7-26E4-B0081B3788CD}"/>
              </a:ext>
            </a:extLst>
          </p:cNvPr>
          <p:cNvSpPr>
            <a:spLocks noGrp="1"/>
          </p:cNvSpPr>
          <p:nvPr>
            <p:ph type="ftr" sz="quarter" idx="21"/>
          </p:nvPr>
        </p:nvSpPr>
        <p:spPr/>
        <p:txBody>
          <a:bodyPr/>
          <a:lstStyle/>
          <a:p>
            <a:r>
              <a:t>Restricted | © Innomotics 2026</a:t>
            </a:r>
          </a:p>
        </p:txBody>
      </p:sp>
      <p:sp>
        <p:nvSpPr>
          <p:cNvPr id="8" name="Oval 7">
            <a:extLst>
              <a:ext uri="{FF2B5EF4-FFF2-40B4-BE49-F238E27FC236}">
                <a16:creationId xmlns:a16="http://schemas.microsoft.com/office/drawing/2014/main" id="{C646611F-C555-5E3A-4564-BA6D77DA65F3}"/>
              </a:ext>
            </a:extLst>
          </p:cNvPr>
          <p:cNvSpPr/>
          <p:nvPr/>
        </p:nvSpPr>
        <p:spPr>
          <a:xfrm>
            <a:off x="2587557" y="2762655"/>
            <a:ext cx="1643975" cy="1643975"/>
          </a:xfrm>
          <a:prstGeom prst="ellipse">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srgbClr val="E1F000"/>
              </a:solidFill>
              <a:effectLst/>
              <a:uLnTx/>
              <a:uFillTx/>
              <a:latin typeface="Innomotics Haffer SQ"/>
              <a:ea typeface="+mn-ea"/>
              <a:cs typeface="+mn-cs"/>
            </a:endParaRPr>
          </a:p>
        </p:txBody>
      </p:sp>
      <p:sp>
        <p:nvSpPr>
          <p:cNvPr id="10" name="Oval 9">
            <a:extLst>
              <a:ext uri="{FF2B5EF4-FFF2-40B4-BE49-F238E27FC236}">
                <a16:creationId xmlns:a16="http://schemas.microsoft.com/office/drawing/2014/main" id="{8BC4983C-2A22-BAA1-8648-0FC5A0C932E0}"/>
              </a:ext>
            </a:extLst>
          </p:cNvPr>
          <p:cNvSpPr/>
          <p:nvPr/>
        </p:nvSpPr>
        <p:spPr>
          <a:xfrm>
            <a:off x="2480935" y="2656033"/>
            <a:ext cx="1857218" cy="1857218"/>
          </a:xfrm>
          <a:prstGeom prst="ellipse">
            <a:avLst/>
          </a:prstGeom>
          <a:noFill/>
          <a:ln w="19050">
            <a:solidFill>
              <a:srgbClr val="E1F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srgbClr val="E1F000"/>
              </a:solidFill>
              <a:effectLst/>
              <a:uLnTx/>
              <a:uFillTx/>
              <a:latin typeface="Innomotics Haffer SQ"/>
              <a:ea typeface="+mn-ea"/>
              <a:cs typeface="+mn-cs"/>
            </a:endParaRPr>
          </a:p>
        </p:txBody>
      </p:sp>
      <p:sp>
        <p:nvSpPr>
          <p:cNvPr id="11" name="Rectangle: Rounded Corners 10">
            <a:extLst>
              <a:ext uri="{FF2B5EF4-FFF2-40B4-BE49-F238E27FC236}">
                <a16:creationId xmlns:a16="http://schemas.microsoft.com/office/drawing/2014/main" id="{7919956C-66C4-DCF9-6294-EB774CEF3BCB}"/>
              </a:ext>
            </a:extLst>
          </p:cNvPr>
          <p:cNvSpPr/>
          <p:nvPr/>
        </p:nvSpPr>
        <p:spPr>
          <a:xfrm>
            <a:off x="5517383" y="1827764"/>
            <a:ext cx="2148013" cy="640799"/>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Innomotics Haffer SQ"/>
                <a:ea typeface="+mn-ea"/>
                <a:cs typeface="+mn-cs"/>
              </a:rPr>
              <a:t>Optimization Parameter In Range</a:t>
            </a:r>
            <a:endParaRPr kumimoji="0" lang="en-US" sz="1400" b="0" i="0" u="none" strike="noStrike" kern="1200" cap="none" spc="0" normalizeH="0" baseline="0" noProof="0" dirty="0">
              <a:ln>
                <a:noFill/>
              </a:ln>
              <a:solidFill>
                <a:prstClr val="black"/>
              </a:solidFill>
              <a:effectLst/>
              <a:uLnTx/>
              <a:uFillTx/>
              <a:latin typeface="Innomotics Haffer SQ"/>
              <a:ea typeface="+mn-ea"/>
              <a:cs typeface="+mn-cs"/>
            </a:endParaRPr>
          </a:p>
        </p:txBody>
      </p:sp>
      <p:sp>
        <p:nvSpPr>
          <p:cNvPr id="12" name="Rectangle: Rounded Corners 11">
            <a:extLst>
              <a:ext uri="{FF2B5EF4-FFF2-40B4-BE49-F238E27FC236}">
                <a16:creationId xmlns:a16="http://schemas.microsoft.com/office/drawing/2014/main" id="{36B7B5FD-9D0A-6D22-34C6-3E21604688BF}"/>
              </a:ext>
            </a:extLst>
          </p:cNvPr>
          <p:cNvSpPr/>
          <p:nvPr/>
        </p:nvSpPr>
        <p:spPr>
          <a:xfrm>
            <a:off x="5517383" y="3264242"/>
            <a:ext cx="2148013" cy="640799"/>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Innomotics Haffer SQ"/>
                <a:ea typeface="+mn-ea"/>
                <a:cs typeface="+mn-cs"/>
              </a:rPr>
              <a:t>Optimization when Parameter below Range</a:t>
            </a:r>
            <a:endParaRPr kumimoji="0" lang="en-US" sz="1400" b="0" i="0" u="none" strike="noStrike" kern="1200" cap="none" spc="0" normalizeH="0" baseline="0" noProof="0" dirty="0">
              <a:ln>
                <a:noFill/>
              </a:ln>
              <a:solidFill>
                <a:prstClr val="black"/>
              </a:solidFill>
              <a:effectLst/>
              <a:uLnTx/>
              <a:uFillTx/>
              <a:latin typeface="Innomotics Haffer SQ"/>
              <a:ea typeface="+mn-ea"/>
              <a:cs typeface="+mn-cs"/>
            </a:endParaRPr>
          </a:p>
        </p:txBody>
      </p:sp>
      <p:sp>
        <p:nvSpPr>
          <p:cNvPr id="13" name="Rectangle: Rounded Corners 12">
            <a:extLst>
              <a:ext uri="{FF2B5EF4-FFF2-40B4-BE49-F238E27FC236}">
                <a16:creationId xmlns:a16="http://schemas.microsoft.com/office/drawing/2014/main" id="{3BDE8206-FED1-D691-E33A-099348392DE7}"/>
              </a:ext>
            </a:extLst>
          </p:cNvPr>
          <p:cNvSpPr/>
          <p:nvPr/>
        </p:nvSpPr>
        <p:spPr>
          <a:xfrm>
            <a:off x="5517383" y="4700723"/>
            <a:ext cx="2148014" cy="640799"/>
          </a:xfrm>
          <a:prstGeom prst="round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Innomotics Haffer SQ"/>
                <a:ea typeface="+mn-ea"/>
                <a:cs typeface="+mn-cs"/>
              </a:rPr>
              <a:t>Optimization when Parameter out of Range</a:t>
            </a:r>
            <a:endParaRPr kumimoji="0" lang="en-US" sz="1400" b="0" i="0" u="none" strike="noStrike" kern="1200" cap="none" spc="0" normalizeH="0" baseline="0" noProof="0" dirty="0">
              <a:ln>
                <a:noFill/>
              </a:ln>
              <a:solidFill>
                <a:prstClr val="black"/>
              </a:solidFill>
              <a:effectLst/>
              <a:uLnTx/>
              <a:uFillTx/>
              <a:latin typeface="Innomotics Haffer SQ"/>
              <a:ea typeface="+mn-ea"/>
              <a:cs typeface="+mn-cs"/>
            </a:endParaRPr>
          </a:p>
        </p:txBody>
      </p:sp>
      <p:cxnSp>
        <p:nvCxnSpPr>
          <p:cNvPr id="15" name="Connector: Elbow 14">
            <a:extLst>
              <a:ext uri="{FF2B5EF4-FFF2-40B4-BE49-F238E27FC236}">
                <a16:creationId xmlns:a16="http://schemas.microsoft.com/office/drawing/2014/main" id="{59103C39-1854-2692-C91B-08991B6ED361}"/>
              </a:ext>
            </a:extLst>
          </p:cNvPr>
          <p:cNvCxnSpPr>
            <a:cxnSpLocks/>
            <a:stCxn id="11" idx="1"/>
            <a:endCxn id="13" idx="1"/>
          </p:cNvCxnSpPr>
          <p:nvPr/>
        </p:nvCxnSpPr>
        <p:spPr>
          <a:xfrm rot="10800000" flipV="1">
            <a:off x="5517383" y="2148163"/>
            <a:ext cx="12700" cy="2872959"/>
          </a:xfrm>
          <a:prstGeom prst="bentConnector3">
            <a:avLst>
              <a:gd name="adj1" fmla="val 4634039"/>
            </a:avLst>
          </a:prstGeom>
          <a:ln w="9525">
            <a:solidFill>
              <a:srgbClr val="E1F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2BCE800-3F65-DFDD-3C21-36C4EF4873F6}"/>
              </a:ext>
            </a:extLst>
          </p:cNvPr>
          <p:cNvCxnSpPr>
            <a:cxnSpLocks/>
            <a:endCxn id="12" idx="1"/>
          </p:cNvCxnSpPr>
          <p:nvPr/>
        </p:nvCxnSpPr>
        <p:spPr>
          <a:xfrm>
            <a:off x="3219855" y="3584642"/>
            <a:ext cx="22975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D68D21F-D3B7-8111-C0FA-EE4AC669F040}"/>
              </a:ext>
            </a:extLst>
          </p:cNvPr>
          <p:cNvSpPr txBox="1"/>
          <p:nvPr/>
        </p:nvSpPr>
        <p:spPr>
          <a:xfrm>
            <a:off x="2954585" y="3842340"/>
            <a:ext cx="987933" cy="43088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Innomotics Haffer SQ"/>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Innomotics Haffer SQ"/>
              <a:ea typeface="+mn-ea"/>
              <a:cs typeface="+mn-cs"/>
            </a:endParaRPr>
          </a:p>
        </p:txBody>
      </p:sp>
      <p:sp>
        <p:nvSpPr>
          <p:cNvPr id="25" name="TextBox 24">
            <a:extLst>
              <a:ext uri="{FF2B5EF4-FFF2-40B4-BE49-F238E27FC236}">
                <a16:creationId xmlns:a16="http://schemas.microsoft.com/office/drawing/2014/main" id="{E5AA6951-C4F5-3FF9-AA28-696640D13984}"/>
              </a:ext>
            </a:extLst>
          </p:cNvPr>
          <p:cNvSpPr txBox="1"/>
          <p:nvPr/>
        </p:nvSpPr>
        <p:spPr>
          <a:xfrm>
            <a:off x="2791839" y="3048423"/>
            <a:ext cx="1313426" cy="107721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Outfit"/>
                <a:ea typeface="+mn-ea"/>
                <a:cs typeface="+mn-cs"/>
              </a:rPr>
              <a:t>Continuous Pyro &amp; Lab Telemetry: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Outfit"/>
                <a:ea typeface="+mn-ea"/>
                <a:cs typeface="+mn-cs"/>
              </a:rPr>
              <a:t>High-Resolution Operational Dataset</a:t>
            </a:r>
            <a:endParaRPr kumimoji="0" lang="en-US" sz="1400" b="1" i="0" u="none" strike="noStrike" kern="1200" cap="none" spc="0" normalizeH="0" baseline="0" noProof="0" dirty="0">
              <a:ln>
                <a:noFill/>
              </a:ln>
              <a:solidFill>
                <a:prstClr val="black"/>
              </a:solidFill>
              <a:effectLst/>
              <a:uLnTx/>
              <a:uFillTx/>
              <a:latin typeface="Outfit"/>
              <a:ea typeface="+mn-ea"/>
              <a:cs typeface="+mn-cs"/>
            </a:endParaRPr>
          </a:p>
        </p:txBody>
      </p:sp>
      <p:sp>
        <p:nvSpPr>
          <p:cNvPr id="5" name="Rectangle 4">
            <a:extLst>
              <a:ext uri="{FF2B5EF4-FFF2-40B4-BE49-F238E27FC236}">
                <a16:creationId xmlns:a16="http://schemas.microsoft.com/office/drawing/2014/main" id="{2C60DDB3-4813-594F-3259-9C553BEEF00D}"/>
              </a:ext>
            </a:extLst>
          </p:cNvPr>
          <p:cNvSpPr/>
          <p:nvPr/>
        </p:nvSpPr>
        <p:spPr>
          <a:xfrm>
            <a:off x="0" y="0"/>
            <a:ext cx="321013" cy="1060315"/>
          </a:xfrm>
          <a:prstGeom prst="rect">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err="1">
              <a:ln>
                <a:noFill/>
              </a:ln>
              <a:solidFill>
                <a:srgbClr val="E1F000"/>
              </a:solidFill>
              <a:effectLst/>
              <a:uLnTx/>
              <a:uFillTx/>
              <a:latin typeface="Innomotics Haffer SQ"/>
              <a:ea typeface="+mn-ea"/>
              <a:cs typeface="+mn-cs"/>
            </a:endParaRPr>
          </a:p>
        </p:txBody>
      </p:sp>
      <p:sp>
        <p:nvSpPr>
          <p:cNvPr id="6" name="Title 1">
            <a:extLst>
              <a:ext uri="{FF2B5EF4-FFF2-40B4-BE49-F238E27FC236}">
                <a16:creationId xmlns:a16="http://schemas.microsoft.com/office/drawing/2014/main" id="{95C32F8A-E8C7-E56E-B840-4C8896A1ABDC}"/>
              </a:ext>
            </a:extLst>
          </p:cNvPr>
          <p:cNvSpPr txBox="1">
            <a:spLocks/>
          </p:cNvSpPr>
          <p:nvPr/>
        </p:nvSpPr>
        <p:spPr>
          <a:xfrm>
            <a:off x="571500" y="739915"/>
            <a:ext cx="5780662" cy="320400"/>
          </a:xfrm>
          <a:prstGeom prst="rect">
            <a:avLst/>
          </a:prstGeom>
        </p:spPr>
        <p:txBody>
          <a:bodyPr vert="horz" lIns="0" tIns="0" rIns="0" bIns="0" rtlCol="0" anchor="t">
            <a:noAutofit/>
          </a:bodyPr>
          <a:lstStyle>
            <a:lvl1pPr algn="l" defTabSz="914400" rtl="0" eaLnBrk="1" latinLnBrk="0" hangingPunct="1">
              <a:lnSpc>
                <a:spcPct val="108000"/>
              </a:lnSpc>
              <a:spcBef>
                <a:spcPct val="0"/>
              </a:spcBef>
              <a:buNone/>
              <a:defRPr sz="2200" b="1" kern="1200">
                <a:solidFill>
                  <a:schemeClr val="tx2"/>
                </a:solidFill>
                <a:latin typeface="+mj-lt"/>
                <a:ea typeface="+mj-ea"/>
                <a:cs typeface="+mj-cs"/>
              </a:defRPr>
            </a:lvl1pPr>
          </a:lstStyle>
          <a:p>
            <a:pPr marL="0" marR="0" lvl="0" indent="0" algn="l" defTabSz="914400" rtl="0" eaLnBrk="1" fontAlgn="auto" latinLnBrk="0" hangingPunct="1">
              <a:lnSpc>
                <a:spcPct val="108000"/>
              </a:lnSpc>
              <a:spcBef>
                <a:spcPct val="0"/>
              </a:spcBef>
              <a:spcAft>
                <a:spcPts val="0"/>
              </a:spcAft>
              <a:buClrTx/>
              <a:buSzTx/>
              <a:buFontTx/>
              <a:buNone/>
              <a:tabLst/>
              <a:defRPr/>
            </a:pPr>
            <a:r>
              <a:rPr kumimoji="0" lang="en-US" sz="2400" b="1" i="0" u="none" strike="noStrike" kern="1200" cap="none" spc="0" normalizeH="0" baseline="0" noProof="0">
                <a:ln>
                  <a:noFill/>
                </a:ln>
                <a:solidFill>
                  <a:srgbClr val="FFFF00"/>
                </a:solidFill>
                <a:effectLst/>
                <a:uLnTx/>
                <a:uFillTx/>
                <a:latin typeface="Space Grotesk"/>
                <a:ea typeface="+mj-ea"/>
                <a:cs typeface="+mj-cs"/>
              </a:rPr>
              <a:t>Plant Operations</a:t>
            </a:r>
            <a:endParaRPr kumimoji="0" lang="en-US" sz="2400" b="1" i="0" u="none" strike="noStrike" kern="1200" cap="none" spc="0" normalizeH="0" baseline="0" noProof="0" dirty="0">
              <a:ln>
                <a:noFill/>
              </a:ln>
              <a:solidFill>
                <a:srgbClr val="FFFF00"/>
              </a:solidFill>
              <a:effectLst/>
              <a:uLnTx/>
              <a:uFillTx/>
              <a:latin typeface="Space Grotesk"/>
              <a:ea typeface="+mj-ea"/>
              <a:cs typeface="+mj-cs"/>
            </a:endParaRPr>
          </a:p>
        </p:txBody>
      </p:sp>
      <p:sp>
        <p:nvSpPr>
          <p:cNvPr id="14" name="Slide Number Placeholder 3">
            <a:extLst>
              <a:ext uri="{FF2B5EF4-FFF2-40B4-BE49-F238E27FC236}">
                <a16:creationId xmlns:a16="http://schemas.microsoft.com/office/drawing/2014/main" id="{03B8344A-C8C9-32FB-5B07-86CC5CFE0712}"/>
              </a:ext>
            </a:extLst>
          </p:cNvPr>
          <p:cNvSpPr>
            <a:spLocks noGrp="1"/>
          </p:cNvSpPr>
          <p:nvPr>
            <p:ph type="sldNum" sz="quarter" idx="22"/>
          </p:nvPr>
        </p:nvSpPr>
        <p:spPr>
          <a:xfrm>
            <a:off x="449560" y="6233668"/>
            <a:ext cx="586091" cy="180000"/>
          </a:xfrm>
        </p:spPr>
        <p:txBody>
          <a:bodyPr/>
          <a:lstStyle/>
          <a:p>
            <a:pPr marL="0" marR="0" lvl="0" indent="0" algn="l" defTabSz="914400" rtl="0" eaLnBrk="1" fontAlgn="auto" latinLnBrk="0" hangingPunct="1">
              <a:lnSpc>
                <a:spcPct val="144000"/>
              </a:lnSpc>
              <a:spcBef>
                <a:spcPts val="0"/>
              </a:spcBef>
              <a:spcAft>
                <a:spcPts val="0"/>
              </a:spcAft>
              <a:buClrTx/>
              <a:buSzTx/>
              <a:buFontTx/>
              <a:buNone/>
              <a:tabLst/>
              <a:defRPr/>
            </a:pPr>
            <a:r>
              <a:rPr kumimoji="0" lang="en-US" sz="1100" b="1" i="0" u="none" strike="noStrike" kern="800" cap="none" spc="20" normalizeH="0" baseline="0" noProof="0">
                <a:ln>
                  <a:noFill/>
                </a:ln>
                <a:solidFill>
                  <a:prstClr val="white"/>
                </a:solidFill>
                <a:effectLst/>
                <a:uLnTx/>
                <a:uFillTx/>
                <a:latin typeface="Innomotics Haffer SQ"/>
                <a:ea typeface="+mn-ea"/>
                <a:cs typeface="+mn-cs"/>
              </a:rPr>
              <a:t>Page 5</a:t>
            </a:r>
            <a:endParaRPr kumimoji="0" lang="en-US" sz="1100" b="1" i="0" u="none" strike="noStrike" kern="800" cap="none" spc="20" normalizeH="0" baseline="0" noProof="0" dirty="0">
              <a:ln>
                <a:noFill/>
              </a:ln>
              <a:solidFill>
                <a:prstClr val="white"/>
              </a:solidFill>
              <a:effectLst/>
              <a:uLnTx/>
              <a:uFillTx/>
              <a:latin typeface="Innomotics Haffer SQ"/>
              <a:ea typeface="+mn-ea"/>
              <a:cs typeface="+mn-cs"/>
            </a:endParaRPr>
          </a:p>
        </p:txBody>
      </p:sp>
    </p:spTree>
    <p:extLst>
      <p:ext uri="{BB962C8B-B14F-4D97-AF65-F5344CB8AC3E}">
        <p14:creationId xmlns:p14="http://schemas.microsoft.com/office/powerpoint/2010/main" val="31528229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AB8F68-CA5E-BF31-EB3F-DEB2BB9A45D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4C3152-7F65-5947-F4E4-FAA06B038EB2}"/>
              </a:ext>
            </a:extLst>
          </p:cNvPr>
          <p:cNvSpPr>
            <a:spLocks noGrp="1"/>
          </p:cNvSpPr>
          <p:nvPr>
            <p:ph type="sldNum" sz="quarter" idx="22"/>
          </p:nvPr>
        </p:nvSpPr>
        <p:spPr>
          <a:xfrm>
            <a:off x="449560" y="6233668"/>
            <a:ext cx="586091" cy="180000"/>
          </a:xfrm>
        </p:spPr>
        <p:txBody>
          <a:bodyPr/>
          <a:lstStyle/>
          <a:p>
            <a:r>
              <a:rPr lang="en-US">
                <a:solidFill>
                  <a:schemeClr val="tx1"/>
                </a:solidFill>
              </a:rPr>
              <a:t>Page 6</a:t>
            </a:r>
            <a:endParaRPr lang="en-US" dirty="0">
              <a:solidFill>
                <a:schemeClr val="tx1"/>
              </a:solidFill>
            </a:endParaRPr>
          </a:p>
        </p:txBody>
      </p:sp>
      <p:sp>
        <p:nvSpPr>
          <p:cNvPr id="3" name="Footer Placeholder 2">
            <a:extLst>
              <a:ext uri="{FF2B5EF4-FFF2-40B4-BE49-F238E27FC236}">
                <a16:creationId xmlns:a16="http://schemas.microsoft.com/office/drawing/2014/main" id="{1FA37EA6-51F6-3D45-2A07-A8B848C60310}"/>
              </a:ext>
            </a:extLst>
          </p:cNvPr>
          <p:cNvSpPr>
            <a:spLocks noGrp="1"/>
          </p:cNvSpPr>
          <p:nvPr>
            <p:ph type="ftr" sz="quarter" idx="21"/>
          </p:nvPr>
        </p:nvSpPr>
        <p:spPr/>
        <p:txBody>
          <a:bodyPr/>
          <a:lstStyle/>
          <a:p>
            <a:pPr>
              <a:lnSpc>
                <a:spcPct val="100000"/>
              </a:lnSpc>
            </a:pPr>
            <a:r>
              <a:rPr lang="en-US" dirty="0">
                <a:solidFill>
                  <a:schemeClr val="tx1"/>
                </a:solidFill>
              </a:rPr>
              <a:t>Restricted | © </a:t>
            </a:r>
            <a:r>
              <a:rPr lang="en-US" dirty="0" err="1">
                <a:solidFill>
                  <a:schemeClr val="tx1"/>
                </a:solidFill>
              </a:rPr>
              <a:t>Innomotics</a:t>
            </a:r>
            <a:r>
              <a:rPr lang="en-US" dirty="0">
                <a:solidFill>
                  <a:schemeClr val="tx1"/>
                </a:solidFill>
              </a:rPr>
              <a:t> 2026</a:t>
            </a:r>
          </a:p>
        </p:txBody>
      </p:sp>
      <p:sp>
        <p:nvSpPr>
          <p:cNvPr id="6" name="Rectangle 5">
            <a:extLst>
              <a:ext uri="{FF2B5EF4-FFF2-40B4-BE49-F238E27FC236}">
                <a16:creationId xmlns:a16="http://schemas.microsoft.com/office/drawing/2014/main" id="{58140166-EB67-CD76-76F3-DA1532FFD18C}"/>
              </a:ext>
            </a:extLst>
          </p:cNvPr>
          <p:cNvSpPr/>
          <p:nvPr/>
        </p:nvSpPr>
        <p:spPr>
          <a:xfrm>
            <a:off x="0" y="0"/>
            <a:ext cx="321013" cy="1060315"/>
          </a:xfrm>
          <a:prstGeom prst="rect">
            <a:avLst/>
          </a:prstGeom>
          <a:solidFill>
            <a:srgbClr val="E1F000"/>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lstStyle/>
          <a:p>
            <a:pPr algn="l"/>
            <a:endParaRPr lang="en-US" sz="1600" dirty="0" err="1">
              <a:solidFill>
                <a:schemeClr val="tx2"/>
              </a:solidFill>
            </a:endParaRPr>
          </a:p>
        </p:txBody>
      </p:sp>
      <p:sp>
        <p:nvSpPr>
          <p:cNvPr id="7" name="Title 1">
            <a:extLst>
              <a:ext uri="{FF2B5EF4-FFF2-40B4-BE49-F238E27FC236}">
                <a16:creationId xmlns:a16="http://schemas.microsoft.com/office/drawing/2014/main" id="{75F2132C-327C-3C83-5034-874249BFE1F0}"/>
              </a:ext>
            </a:extLst>
          </p:cNvPr>
          <p:cNvSpPr txBox="1">
            <a:spLocks/>
          </p:cNvSpPr>
          <p:nvPr/>
        </p:nvSpPr>
        <p:spPr>
          <a:xfrm>
            <a:off x="571500" y="739915"/>
            <a:ext cx="5780662" cy="320400"/>
          </a:xfrm>
          <a:prstGeom prst="rect">
            <a:avLst/>
          </a:prstGeom>
        </p:spPr>
        <p:txBody>
          <a:bodyPr vert="horz" lIns="0" tIns="0" rIns="0" bIns="0" rtlCol="0" anchor="t">
            <a:noAutofit/>
          </a:bodyPr>
          <a:lstStyle>
            <a:lvl1pPr algn="l" defTabSz="914400" rtl="0" eaLnBrk="1" latinLnBrk="0" hangingPunct="1">
              <a:lnSpc>
                <a:spcPct val="108000"/>
              </a:lnSpc>
              <a:spcBef>
                <a:spcPct val="0"/>
              </a:spcBef>
              <a:buNone/>
              <a:defRPr sz="2200" b="1" kern="1200">
                <a:solidFill>
                  <a:schemeClr val="tx2"/>
                </a:solidFill>
                <a:latin typeface="+mj-lt"/>
                <a:ea typeface="+mj-ea"/>
                <a:cs typeface="+mj-cs"/>
              </a:defRPr>
            </a:lvl1pPr>
          </a:lstStyle>
          <a:p>
            <a:r>
              <a:rPr lang="en-US" dirty="0">
                <a:solidFill>
                  <a:srgbClr val="FFFF00"/>
                </a:solidFill>
                <a:latin typeface="Space Grotesk"/>
              </a:rPr>
              <a:t>Key Process Correlation Coefficients (Plant Pyro Dataset)</a:t>
            </a:r>
          </a:p>
        </p:txBody>
      </p:sp>
      <p:sp>
        <p:nvSpPr>
          <p:cNvPr id="12" name="TextBox 11">
            <a:extLst>
              <a:ext uri="{FF2B5EF4-FFF2-40B4-BE49-F238E27FC236}">
                <a16:creationId xmlns:a16="http://schemas.microsoft.com/office/drawing/2014/main" id="{61800931-596B-0077-EF31-C4EE001C709E}"/>
              </a:ext>
            </a:extLst>
          </p:cNvPr>
          <p:cNvSpPr txBox="1"/>
          <p:nvPr/>
        </p:nvSpPr>
        <p:spPr>
          <a:xfrm>
            <a:off x="571500" y="1831315"/>
            <a:ext cx="11369040" cy="2420343"/>
          </a:xfrm>
          <a:prstGeom prst="rect">
            <a:avLst/>
          </a:prstGeom>
          <a:noFill/>
        </p:spPr>
        <p:txBody>
          <a:bodyPr wrap="square">
            <a:spAutoFit/>
          </a:bodyPr>
          <a:lstStyle/>
          <a:p>
            <a:pPr>
              <a:lnSpc>
                <a:spcPts val="1425"/>
              </a:lnSpc>
              <a:buNone/>
            </a:pPr>
            <a:r>
              <a:t>Key Process Correlation Highlights (Plant Operations Pyro Dataset):</a:t>
            </a:r>
          </a:p>
          <a:p>
            <a:pPr>
              <a:lnSpc>
                <a:spcPts val="1425"/>
              </a:lnSpc>
              <a:buNone/>
            </a:pPr>
            <a:endParaRPr lang="pt-PT" sz="1150" b="1" dirty="0">
              <a:solidFill>
                <a:srgbClr val="CBD5E1"/>
              </a:solidFill>
              <a:effectLst/>
              <a:latin typeface="Outfit"/>
              <a:cs typeface="Arial" panose="020B0604020202020204" pitchFamily="34" charset="0"/>
            </a:endParaRPr>
          </a:p>
          <a:p>
            <a:pPr>
              <a:lnSpc>
                <a:spcPts val="1425"/>
              </a:lnSpc>
              <a:buNone/>
            </a:pPr>
            <a:r>
              <a:t>• PRESSURE_AFTER_PRE-HEATER_1 vs PRESSURE_AFTER_PRE-HEATER_2 (+0.998): Exceptional twin-string aerodynamic symmetry; zero unilateral draft plugging or gas bypass.</a:t>
            </a:r>
          </a:p>
          <a:p>
            <a:pPr>
              <a:lnSpc>
                <a:spcPts val="1425"/>
              </a:lnSpc>
              <a:buNone/>
            </a:pPr>
            <a:r>
              <a:t>• KILN_SPEED vs KILN_FEED (+0.995): Rigid kinematic bed synchronization maintaining an optimal 11–13% volumetric material filling degree inside the kiln shell.</a:t>
            </a:r>
          </a:p>
          <a:p>
            <a:pPr>
              <a:lnSpc>
                <a:spcPts val="1425"/>
              </a:lnSpc>
              <a:buNone/>
            </a:pPr>
            <a:r>
              <a:t>• COOLER_FAN_SPEED vs COOLER_FAN_KW (+0.991): Hydraulic clinker bed depth directly governs cooling fan power draw, highlighting significant aeration kW reduction potential.</a:t>
            </a:r>
          </a:p>
          <a:p>
            <a:pPr>
              <a:lnSpc>
                <a:spcPts val="1425"/>
              </a:lnSpc>
              <a:buNone/>
            </a:pPr>
            <a:r>
              <a:t>• TOTAL_FUEL_FLOW vs KILN_FEED (+0.983): Direct thermal baseload modulation scaling main firing rate proportionally with raw meal throughput pushes.</a:t>
            </a:r>
          </a:p>
          <a:p>
            <a:pPr>
              <a:lnSpc>
                <a:spcPts val="1425"/>
              </a:lnSpc>
              <a:buNone/>
            </a:pPr>
            <a:r>
              <a:t>• TOTAL_FUEL_FLOW vs KILN_SPEED (+0.981): Tight coordination between burning zone thermal momentum and rotational kiln speed.</a:t>
            </a:r>
          </a:p>
          <a:p>
            <a:pPr>
              <a:lnSpc>
                <a:spcPts val="1425"/>
              </a:lnSpc>
              <a:buNone/>
            </a:pPr>
            <a:endParaRPr lang="pt-PT" sz="1150" b="1" dirty="0">
              <a:solidFill>
                <a:srgbClr val="CBD5E1"/>
              </a:solidFill>
              <a:effectLst/>
              <a:latin typeface="Outfit"/>
              <a:cs typeface="Arial" panose="020B0604020202020204" pitchFamily="34" charset="0"/>
            </a:endParaRPr>
          </a:p>
          <a:p>
            <a:pPr>
              <a:lnSpc>
                <a:spcPts val="1425"/>
              </a:lnSpc>
              <a:buNone/>
            </a:pPr>
            <a:r>
              <a:t>• PRECALCINER_TEMP vs SINTERING_ZONE_TEMP (+0.982): Strong thermal enthalpy coupling between bottom preheater calcination and burning zone sintering.</a:t>
            </a:r>
          </a:p>
          <a:p>
            <a:pPr>
              <a:lnSpc>
                <a:spcPts val="1425"/>
              </a:lnSpc>
              <a:buNone/>
            </a:pPr>
            <a:r>
              <a:t>• COOLING_OUTLET_TEMP vs COOLER_EXHAUST_AIR_TEMP (+0.981): Clinker discharge sensible heat directly dictates cooler exhaust thermal losses.</a:t>
            </a:r>
          </a:p>
          <a:p>
            <a:pPr>
              <a:lnSpc>
                <a:spcPts val="1425"/>
              </a:lnSpc>
              <a:buNone/>
            </a:pPr>
            <a:r>
              <a:t>• SECONDARY_AIR_TEMP vs SFC (-0.420): Recuperation thermal flywheel; pushing secondary air above 950°C directly displaces expensive main burner thermal fuel.</a:t>
            </a:r>
          </a:p>
          <a:p>
            <a:pPr>
              <a:lnSpc>
                <a:spcPts val="1425"/>
              </a:lnSpc>
              <a:buNone/>
            </a:pPr>
            <a:r>
              <a:t>• RDF_SATELLITEBURNER vs TOTAL_FUEL_FLOW (-0.380): Alternative fuel displacement dynamics; active RDF dosing reliably replaces thermal fuel firing.</a:t>
            </a:r>
          </a:p>
          <a:p>
            <a:pPr>
              <a:lnSpc>
                <a:spcPts val="1425"/>
              </a:lnSpc>
              <a:buNone/>
            </a:pPr>
            <a:r>
              <a:t>• KLINKER_SCAO vs SECONDARY_AIR_TEMP (-0.440): Free Lime spikes occur when secondary air temperature drops, proving burnability is governed by recuperative heat.</a:t>
            </a:r>
            <a:endParaRPr lang="en-DE" sz="1150" b="0" dirty="0">
              <a:solidFill>
                <a:srgbClr val="CBD5E1"/>
              </a:solidFill>
              <a:effectLst/>
              <a:latin typeface="Outfit"/>
              <a:cs typeface="Arial" panose="020B0604020202020204" pitchFamily="34" charset="0"/>
            </a:endParaRPr>
          </a:p>
        </p:txBody>
      </p:sp>
    </p:spTree>
    <p:extLst>
      <p:ext uri="{BB962C8B-B14F-4D97-AF65-F5344CB8AC3E}">
        <p14:creationId xmlns:p14="http://schemas.microsoft.com/office/powerpoint/2010/main" val="375360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548792" y="190500"/>
            <a:ext cx="11094415" cy="3293209"/>
          </a:xfrm>
          <a:prstGeom prst="rect">
            <a:avLst/>
          </a:prstGeom>
          <a:noFill/>
        </p:spPr>
        <p:txBody>
          <a:bodyPr wrap="square" lIns="0" tIns="0" rIns="0" bIns="0">
            <a:spAutoFit/>
          </a:bodyPr>
          <a:lstStyle/>
          <a:p>
            <a:pPr>
              <a:defRPr sz="1800" b="1">
                <a:solidFill>
                  <a:srgbClr val="00FFFF"/>
                </a:solidFill>
                <a:latin typeface="Space Grotesk"/>
              </a:defRPr>
            </a:pPr>
            <a:r>
              <a:t>Key Operational Findings &amp; Diagnostic Assessment (Comprehensive Overview):</a:t>
            </a:r>
          </a:p>
          <a:p>
            <a:pPr>
              <a:spcBef>
                <a:spcPts val="400"/>
              </a:spcBef>
              <a:defRPr sz="1000">
                <a:solidFill>
                  <a:srgbClr val="CBD5E1"/>
                </a:solidFill>
                <a:latin typeface="Outfit"/>
              </a:defRPr>
            </a:pPr>
            <a:r>
              <a:t>• 1. High-Capacity Volumetric Loading: Kiln operates at sustained 598–634 t/h raw feed (yielding 386–409 t/h clinker). Kinematic synchronization between feed and kiln speed (3.70–3.90 RPM) preserves an 11–13% filling degree and protects drive motors from overload.</a:t>
            </a:r>
          </a:p>
          <a:p>
            <a:pPr>
              <a:spcBef>
                <a:spcPts val="400"/>
              </a:spcBef>
              <a:defRPr sz="1000">
                <a:solidFill>
                  <a:srgbClr val="CBD5E1"/>
                </a:solidFill>
                <a:latin typeface="Outfit"/>
              </a:defRPr>
            </a:pPr>
            <a:r>
              <a:t>• 2. Thermal Recuperation as Fuel Flywheel: Clinker cooler recuperation sustains secondary air temperatures between 1024–1102°C and twin tertiary ducts above 950°C. Secondary air &gt;1050°C directly substitutes fuel oil, reducing specific heat consumption from 755 toward &lt;725 kcal/kg clinker.</a:t>
            </a:r>
          </a:p>
          <a:p>
            <a:pPr>
              <a:spcBef>
                <a:spcPts val="400"/>
              </a:spcBef>
              <a:defRPr sz="1000">
                <a:solidFill>
                  <a:srgbClr val="CBD5E1"/>
                </a:solidFill>
                <a:latin typeface="Outfit"/>
              </a:defRPr>
            </a:pPr>
            <a:r>
              <a:t>• 3. Clinker Reactivity &amp; Free Lime Control: Nodulization and alite (C3S) formation require steady thermal drive. Uncalcined raw meal flushes or burning zone chilling (secondary air &lt;950°C, drive current &lt;500 A) cause free lime to spike (&gt;2.0%), whereas thermal baseloading locks free lime strictly within 0.90–1.30%.</a:t>
            </a:r>
          </a:p>
          <a:p>
            <a:pPr>
              <a:spcBef>
                <a:spcPts val="400"/>
              </a:spcBef>
              <a:defRPr sz="1000">
                <a:solidFill>
                  <a:srgbClr val="CBD5E1"/>
                </a:solidFill>
                <a:latin typeface="Outfit"/>
              </a:defRPr>
            </a:pPr>
            <a:r>
              <a:t>• 4. Twin-String Aerodynamic Balance: Dual calciner strings require strict draft symmetry (94–101 mbar outlet suction) and balanced tertiary air distribution to prevent cyclone thermal channeling, meal segregation, or localized CO spikes.</a:t>
            </a:r>
          </a:p>
          <a:p>
            <a:pPr>
              <a:spcBef>
                <a:spcPts val="400"/>
              </a:spcBef>
              <a:defRPr sz="1000">
                <a:solidFill>
                  <a:srgbClr val="CBD5E1"/>
                </a:solidFill>
                <a:latin typeface="Outfit"/>
              </a:defRPr>
            </a:pPr>
            <a:r>
              <a:t>• 5. Hydraulic Grate Resistance &amp; Fan Conservation: Cooler undergrate pressures correlate directly (+0.998) with clinker bed depth. Regulating grate speed to maintain 80–87 mbar resistance eliminates thermal blow-through and slashes cooler aeration power by ~180 kW.</a:t>
            </a:r>
          </a:p>
        </p:txBody>
      </p:sp>
    </p:spTree>
    <p:extLst>
      <p:ext uri="{BB962C8B-B14F-4D97-AF65-F5344CB8AC3E}">
        <p14:creationId xmlns:p14="http://schemas.microsoft.com/office/powerpoint/2010/main" val="44533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g3f60c28689d_0_43"/>
          <p:cNvSpPr/>
          <p:nvPr/>
        </p:nvSpPr>
        <p:spPr>
          <a:xfrm>
            <a:off x="10604500" y="6245106"/>
            <a:ext cx="1016100" cy="220500"/>
          </a:xfrm>
          <a:prstGeom prst="rect">
            <a:avLst/>
          </a:prstGeom>
          <a:noFill/>
          <a:ln>
            <a:noFill/>
          </a:ln>
        </p:spPr>
        <p:txBody>
          <a:bodyPr/>
          <a:lstStyle/>
          <a:p>
            <a:endParaRPr lang="en-DE"/>
          </a:p>
        </p:txBody>
      </p:sp>
      <p:sp>
        <p:nvSpPr>
          <p:cNvPr id="330" name="Google Shape;330;g3f60c28689d_0_43"/>
          <p:cNvSpPr txBox="1"/>
          <p:nvPr/>
        </p:nvSpPr>
        <p:spPr>
          <a:xfrm>
            <a:off x="571500" y="381000"/>
            <a:ext cx="110490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200" b="1" dirty="0">
                <a:solidFill>
                  <a:srgbClr val="E1F000"/>
                </a:solidFill>
                <a:latin typeface="Space Grotesk"/>
                <a:ea typeface="Space Grotesk"/>
                <a:cs typeface="Space Grotesk"/>
                <a:sym typeface="Space Grotesk"/>
              </a:rPr>
              <a:t>Key Operational Findings &amp; Diagnostic Assessment</a:t>
            </a:r>
            <a:endParaRPr sz="2200" b="1" dirty="0">
              <a:solidFill>
                <a:srgbClr val="E1F000"/>
              </a:solidFill>
              <a:latin typeface="Space Grotesk"/>
              <a:ea typeface="Space Grotesk"/>
              <a:cs typeface="Space Grotesk"/>
              <a:sym typeface="Space Grotesk"/>
            </a:endParaRPr>
          </a:p>
        </p:txBody>
      </p:sp>
      <p:grpSp>
        <p:nvGrpSpPr>
          <p:cNvPr id="331" name="Google Shape;331;g3f60c28689d_0_43"/>
          <p:cNvGrpSpPr/>
          <p:nvPr/>
        </p:nvGrpSpPr>
        <p:grpSpPr>
          <a:xfrm>
            <a:off x="571500" y="1095375"/>
            <a:ext cx="2648100" cy="2524200"/>
            <a:chOff x="571500" y="1095375"/>
            <a:chExt cx="2648100" cy="2524200"/>
          </a:xfrm>
        </p:grpSpPr>
        <p:sp>
          <p:nvSpPr>
            <p:cNvPr id="332" name="Google Shape;332;g3f60c28689d_0_43"/>
            <p:cNvSpPr/>
            <p:nvPr/>
          </p:nvSpPr>
          <p:spPr>
            <a:xfrm>
              <a:off x="571500" y="1095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3" name="Google Shape;333;g3f60c28689d_0_43"/>
            <p:cNvSpPr txBox="1"/>
            <p:nvPr/>
          </p:nvSpPr>
          <p:spPr>
            <a:xfrm>
              <a:off x="685800" y="1209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t>01. High-Capacity Volumetric Loading</a:t>
              </a:r>
            </a:p>
            <a:p>
              <a:pPr marL="0" lvl="0" indent="0" algn="l" rtl="0">
                <a:spcBef>
                  <a:spcPts val="0"/>
                </a:spcBef>
                <a:spcAft>
                  <a:spcPts val="0"/>
                </a:spcAft>
                <a:buNone/>
              </a:pPr>
              <a:r>
                <a:t>598.8 t/h</a:t>
              </a:r>
            </a:p>
            <a:p>
              <a:pPr marL="0" lvl="0" indent="0" algn="l" rtl="0">
                <a:spcBef>
                  <a:spcPts val="0"/>
                </a:spcBef>
                <a:spcAft>
                  <a:spcPts val="0"/>
                </a:spcAft>
                <a:buNone/>
              </a:pPr>
              <a:r>
                <a:t>Mean Kiln Feed Rate</a:t>
              </a:r>
            </a:p>
            <a:p>
              <a:pPr marL="0" lvl="0" indent="0" algn="l" rtl="0">
                <a:spcBef>
                  <a:spcPts val="0"/>
                </a:spcBef>
                <a:spcAft>
                  <a:spcPts val="0"/>
                </a:spcAft>
                <a:buNone/>
              </a:pPr>
              <a:r>
                <a:t>The kiln operates at an average feed of 598.8 t/h (stable corridor 598–634 t/h), tightly synchronized with Kiln Speed (3.70–3.90 rpm) to maintain optimal bed filling.</a:t>
              </a:r>
              <a:endParaRPr sz="950">
                <a:solidFill>
                  <a:srgbClr val="CBD5E1"/>
                </a:solidFill>
                <a:latin typeface="Outfit"/>
                <a:ea typeface="Outfit"/>
                <a:cs typeface="Outfit"/>
                <a:sym typeface="Outfit"/>
              </a:endParaRPr>
            </a:p>
          </p:txBody>
        </p:sp>
      </p:grpSp>
      <p:grpSp>
        <p:nvGrpSpPr>
          <p:cNvPr id="334" name="Google Shape;334;g3f60c28689d_0_43"/>
          <p:cNvGrpSpPr/>
          <p:nvPr/>
        </p:nvGrpSpPr>
        <p:grpSpPr>
          <a:xfrm>
            <a:off x="3371850" y="1095375"/>
            <a:ext cx="2648100" cy="2524200"/>
            <a:chOff x="3371850" y="1095375"/>
            <a:chExt cx="2648100" cy="2524200"/>
          </a:xfrm>
        </p:grpSpPr>
        <p:sp>
          <p:nvSpPr>
            <p:cNvPr id="335" name="Google Shape;335;g3f60c28689d_0_43"/>
            <p:cNvSpPr/>
            <p:nvPr/>
          </p:nvSpPr>
          <p:spPr>
            <a:xfrm>
              <a:off x="3371850" y="1095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6" name="Google Shape;336;g3f60c28689d_0_43"/>
            <p:cNvSpPr txBox="1"/>
            <p:nvPr/>
          </p:nvSpPr>
          <p:spPr>
            <a:xfrm>
              <a:off x="3486150" y="1209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t>02. Drive Torque &amp; Main Current</a:t>
              </a:r>
            </a:p>
            <a:p>
              <a:pPr marL="0" lvl="0" indent="0" algn="l" rtl="0">
                <a:spcBef>
                  <a:spcPts val="0"/>
                </a:spcBef>
                <a:spcAft>
                  <a:spcPts val="0"/>
                </a:spcAft>
                <a:buNone/>
              </a:pPr>
              <a:r>
                <a:t>530.5 A</a:t>
              </a:r>
            </a:p>
            <a:p>
              <a:pPr marL="0" lvl="0" indent="0" algn="l" rtl="0">
                <a:spcBef>
                  <a:spcPts val="0"/>
                </a:spcBef>
                <a:spcAft>
                  <a:spcPts val="0"/>
                </a:spcAft>
                <a:buNone/>
              </a:pPr>
              <a:r>
                <a:t>Kiln Main Drive Current</a:t>
              </a:r>
            </a:p>
            <a:p>
              <a:pPr marL="0" lvl="0" indent="0" algn="l" rtl="0">
                <a:spcBef>
                  <a:spcPts val="0"/>
                </a:spcBef>
                <a:spcAft>
                  <a:spcPts val="0"/>
                </a:spcAft>
                <a:buNone/>
              </a:pPr>
              <a:r>
                <a:t>Main drive current averages 530.5 A with high-feed stable range 509–574 A. Tight feed-to-speed ratios prevent bed surging, ring formations, and overload trips.</a:t>
              </a:r>
              <a:endParaRPr sz="950" dirty="0">
                <a:solidFill>
                  <a:srgbClr val="CBD5E1"/>
                </a:solidFill>
                <a:latin typeface="Outfit"/>
                <a:ea typeface="Outfit"/>
                <a:cs typeface="Outfit"/>
                <a:sym typeface="Outfit"/>
              </a:endParaRPr>
            </a:p>
          </p:txBody>
        </p:sp>
      </p:grpSp>
      <p:grpSp>
        <p:nvGrpSpPr>
          <p:cNvPr id="337" name="Google Shape;337;g3f60c28689d_0_43"/>
          <p:cNvGrpSpPr/>
          <p:nvPr/>
        </p:nvGrpSpPr>
        <p:grpSpPr>
          <a:xfrm>
            <a:off x="6172200" y="1095375"/>
            <a:ext cx="2648100" cy="2524200"/>
            <a:chOff x="6172200" y="1095375"/>
            <a:chExt cx="2648100" cy="2524200"/>
          </a:xfrm>
        </p:grpSpPr>
        <p:sp>
          <p:nvSpPr>
            <p:cNvPr id="338" name="Google Shape;338;g3f60c28689d_0_43"/>
            <p:cNvSpPr/>
            <p:nvPr/>
          </p:nvSpPr>
          <p:spPr>
            <a:xfrm>
              <a:off x="6172200" y="1095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39" name="Google Shape;339;g3f60c28689d_0_43"/>
            <p:cNvSpPr txBox="1"/>
            <p:nvPr/>
          </p:nvSpPr>
          <p:spPr>
            <a:xfrm>
              <a:off x="6286500" y="1209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t>03. Thermal Firing Baseload</a:t>
              </a:r>
            </a:p>
            <a:p>
              <a:pPr marL="0" lvl="0" indent="0" algn="l" rtl="0">
                <a:spcBef>
                  <a:spcPts val="0"/>
                </a:spcBef>
                <a:spcAft>
                  <a:spcPts val="0"/>
                </a:spcAft>
                <a:buNone/>
              </a:pPr>
              <a:r>
                <a:t>30.33 t/h</a:t>
              </a:r>
            </a:p>
            <a:p>
              <a:pPr marL="0" lvl="0" indent="0" algn="l" rtl="0">
                <a:spcBef>
                  <a:spcPts val="0"/>
                </a:spcBef>
                <a:spcAft>
                  <a:spcPts val="0"/>
                </a:spcAft>
                <a:buNone/>
              </a:pPr>
              <a:r>
                <a:t>Total Heavy Fuel Oil Rate</a:t>
              </a:r>
            </a:p>
            <a:p>
              <a:pPr marL="0" lvl="0" indent="0" algn="l" rtl="0">
                <a:spcBef>
                  <a:spcPts val="0"/>
                </a:spcBef>
                <a:spcAft>
                  <a:spcPts val="0"/>
                </a:spcAft>
                <a:buNone/>
              </a:pPr>
              <a:r>
                <a:t>The pyro line fires ~10.47 t/h fuel oil on the main burner and ~19.81 t/h across twin calciners. Balanced fuel allocation ensures complete calcination and flame momentum.</a:t>
              </a:r>
              <a:endParaRPr sz="950" dirty="0">
                <a:solidFill>
                  <a:srgbClr val="CBD5E1"/>
                </a:solidFill>
                <a:latin typeface="Outfit"/>
                <a:ea typeface="Outfit"/>
                <a:cs typeface="Outfit"/>
                <a:sym typeface="Outfit"/>
              </a:endParaRPr>
            </a:p>
          </p:txBody>
        </p:sp>
      </p:grpSp>
      <p:grpSp>
        <p:nvGrpSpPr>
          <p:cNvPr id="340" name="Google Shape;340;g3f60c28689d_0_43"/>
          <p:cNvGrpSpPr/>
          <p:nvPr/>
        </p:nvGrpSpPr>
        <p:grpSpPr>
          <a:xfrm>
            <a:off x="8972550" y="1095375"/>
            <a:ext cx="2648100" cy="2524200"/>
            <a:chOff x="8972550" y="1095375"/>
            <a:chExt cx="2648100" cy="2524200"/>
          </a:xfrm>
        </p:grpSpPr>
        <p:sp>
          <p:nvSpPr>
            <p:cNvPr id="341" name="Google Shape;341;g3f60c28689d_0_43"/>
            <p:cNvSpPr/>
            <p:nvPr/>
          </p:nvSpPr>
          <p:spPr>
            <a:xfrm>
              <a:off x="8972550" y="1095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2" name="Google Shape;342;g3f60c28689d_0_43"/>
            <p:cNvSpPr txBox="1"/>
            <p:nvPr/>
          </p:nvSpPr>
          <p:spPr>
            <a:xfrm>
              <a:off x="9086850" y="1209675"/>
              <a:ext cx="2419500" cy="2295600"/>
            </a:xfrm>
            <a:prstGeom prst="rect">
              <a:avLst/>
            </a:prstGeom>
            <a:noFill/>
            <a:ln>
              <a:noFill/>
            </a:ln>
          </p:spPr>
          <p:txBody>
            <a:bodyPr spcFirstLastPara="1" wrap="square" lIns="0" tIns="0" rIns="0" bIns="0" anchor="t" anchorCtr="0">
              <a:noAutofit/>
            </a:bodyPr>
            <a:lstStyle/>
            <a:p>
              <a:pPr>
                <a:defRPr sz="1100"/>
              </a:pPr>
              <a:r>
                <a:t>04. Specific Heat Consumption</a:t>
              </a:r>
            </a:p>
            <a:p>
              <a:pPr>
                <a:defRPr sz="1100"/>
              </a:pPr>
              <a:r>
                <a:t>742 kcal/kg</a:t>
              </a:r>
            </a:p>
            <a:p>
              <a:pPr>
                <a:defRPr sz="1100"/>
              </a:pPr>
              <a:r>
                <a:t>Specific Heat Consumption (SFC)</a:t>
              </a:r>
            </a:p>
            <a:p>
              <a:pPr>
                <a:defRPr sz="1100"/>
              </a:pPr>
              <a:r>
                <a:t>Baseline specific heat consumption averages 738–756 kcal/kg clinker. Optimized thermal recuperation targets the Golden Batch corridor of 715–730 kcal/kg.</a:t>
              </a:r>
              <a:endParaRPr sz="950" b="1" dirty="0">
                <a:solidFill>
                  <a:srgbClr val="CBD5E1"/>
                </a:solidFill>
                <a:latin typeface="Outfit"/>
              </a:endParaRPr>
            </a:p>
          </p:txBody>
        </p:sp>
      </p:grpSp>
      <p:grpSp>
        <p:nvGrpSpPr>
          <p:cNvPr id="343" name="Google Shape;343;g3f60c28689d_0_43"/>
          <p:cNvGrpSpPr/>
          <p:nvPr/>
        </p:nvGrpSpPr>
        <p:grpSpPr>
          <a:xfrm>
            <a:off x="571500" y="3762375"/>
            <a:ext cx="2648100" cy="2524200"/>
            <a:chOff x="571500" y="3762375"/>
            <a:chExt cx="2648100" cy="2524200"/>
          </a:xfrm>
        </p:grpSpPr>
        <p:sp>
          <p:nvSpPr>
            <p:cNvPr id="344" name="Google Shape;344;g3f60c28689d_0_43"/>
            <p:cNvSpPr/>
            <p:nvPr/>
          </p:nvSpPr>
          <p:spPr>
            <a:xfrm>
              <a:off x="571500" y="3762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5" name="Google Shape;345;g3f60c28689d_0_43"/>
            <p:cNvSpPr txBox="1"/>
            <p:nvPr/>
          </p:nvSpPr>
          <p:spPr>
            <a:xfrm>
              <a:off x="685800" y="3876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t>05. Aerodynamic Draft Symmetry</a:t>
              </a:r>
            </a:p>
            <a:p>
              <a:pPr marL="0" lvl="0" indent="0" algn="l" rtl="0">
                <a:spcBef>
                  <a:spcPts val="0"/>
                </a:spcBef>
                <a:spcAft>
                  <a:spcPts val="0"/>
                </a:spcAft>
                <a:buNone/>
              </a:pPr>
              <a:r>
                <a:t>+0.998</a:t>
              </a:r>
            </a:p>
            <a:p>
              <a:pPr marL="0" lvl="0" indent="0" algn="l" rtl="0">
                <a:spcBef>
                  <a:spcPts val="0"/>
                </a:spcBef>
                <a:spcAft>
                  <a:spcPts val="0"/>
                </a:spcAft>
                <a:buNone/>
              </a:pPr>
              <a:r>
                <a:t>Preheater Tower Balance</a:t>
              </a:r>
            </a:p>
            <a:p>
              <a:pPr marL="0" lvl="0" indent="0" algn="l" rtl="0">
                <a:spcBef>
                  <a:spcPts val="0"/>
                </a:spcBef>
                <a:spcAft>
                  <a:spcPts val="0"/>
                </a:spcAft>
                <a:buNone/>
              </a:pPr>
              <a:r>
                <a:t>Near-perfect +0.998 correlation between String 1 and String 2 draft confirms impeccable twin-tower balance with zero cyclone blockages or unequal gas split.</a:t>
              </a:r>
              <a:endParaRPr sz="950">
                <a:solidFill>
                  <a:srgbClr val="CBD5E1"/>
                </a:solidFill>
                <a:latin typeface="Outfit"/>
                <a:ea typeface="Outfit"/>
                <a:cs typeface="Outfit"/>
                <a:sym typeface="Outfit"/>
              </a:endParaRPr>
            </a:p>
          </p:txBody>
        </p:sp>
      </p:grpSp>
      <p:grpSp>
        <p:nvGrpSpPr>
          <p:cNvPr id="346" name="Google Shape;346;g3f60c28689d_0_43"/>
          <p:cNvGrpSpPr/>
          <p:nvPr/>
        </p:nvGrpSpPr>
        <p:grpSpPr>
          <a:xfrm>
            <a:off x="3371850" y="3762375"/>
            <a:ext cx="2648100" cy="2524200"/>
            <a:chOff x="3371850" y="3762375"/>
            <a:chExt cx="2648100" cy="2524200"/>
          </a:xfrm>
        </p:grpSpPr>
        <p:sp>
          <p:nvSpPr>
            <p:cNvPr id="347" name="Google Shape;347;g3f60c28689d_0_43"/>
            <p:cNvSpPr/>
            <p:nvPr/>
          </p:nvSpPr>
          <p:spPr>
            <a:xfrm>
              <a:off x="3371850" y="3762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8" name="Google Shape;348;g3f60c28689d_0_43"/>
            <p:cNvSpPr txBox="1"/>
            <p:nvPr/>
          </p:nvSpPr>
          <p:spPr>
            <a:xfrm>
              <a:off x="3486150" y="3876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t>06. Clinker Heat Recuperation</a:t>
              </a:r>
            </a:p>
            <a:p>
              <a:pPr marL="0" lvl="0" indent="0" algn="l" rtl="0">
                <a:spcBef>
                  <a:spcPts val="0"/>
                </a:spcBef>
                <a:spcAft>
                  <a:spcPts val="0"/>
                </a:spcAft>
                <a:buNone/>
              </a:pPr>
              <a:r>
                <a:t>1033.5 °C</a:t>
              </a:r>
            </a:p>
            <a:p>
              <a:pPr marL="0" lvl="0" indent="0" algn="l" rtl="0">
                <a:spcBef>
                  <a:spcPts val="0"/>
                </a:spcBef>
                <a:spcAft>
                  <a:spcPts val="0"/>
                </a:spcAft>
                <a:buNone/>
              </a:pPr>
              <a:r>
                <a:t>Secondary Air Temperature</a:t>
              </a:r>
            </a:p>
            <a:p>
              <a:pPr marL="0" lvl="0" indent="0" algn="l" rtl="0">
                <a:spcBef>
                  <a:spcPts val="0"/>
                </a:spcBef>
                <a:spcAft>
                  <a:spcPts val="0"/>
                </a:spcAft>
                <a:buNone/>
              </a:pPr>
              <a:r>
                <a:t>Secondary air averages 1033.5°C with stable corridor 1024–1102°C, complemented by twin tertiary ducts above 950°C recovering tremendous clinker sensible heat.</a:t>
              </a:r>
              <a:endParaRPr sz="950">
                <a:solidFill>
                  <a:srgbClr val="CBD5E1"/>
                </a:solidFill>
                <a:latin typeface="Outfit"/>
                <a:ea typeface="Outfit"/>
                <a:cs typeface="Outfit"/>
                <a:sym typeface="Outfit"/>
              </a:endParaRPr>
            </a:p>
          </p:txBody>
        </p:sp>
      </p:grpSp>
      <p:grpSp>
        <p:nvGrpSpPr>
          <p:cNvPr id="349" name="Google Shape;349;g3f60c28689d_0_43"/>
          <p:cNvGrpSpPr/>
          <p:nvPr/>
        </p:nvGrpSpPr>
        <p:grpSpPr>
          <a:xfrm>
            <a:off x="6172200" y="3762375"/>
            <a:ext cx="2648100" cy="2524200"/>
            <a:chOff x="6172200" y="3762375"/>
            <a:chExt cx="2648100" cy="2524200"/>
          </a:xfrm>
        </p:grpSpPr>
        <p:sp>
          <p:nvSpPr>
            <p:cNvPr id="350" name="Google Shape;350;g3f60c28689d_0_43"/>
            <p:cNvSpPr/>
            <p:nvPr/>
          </p:nvSpPr>
          <p:spPr>
            <a:xfrm>
              <a:off x="6172200" y="3762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1" name="Google Shape;351;g3f60c28689d_0_43"/>
            <p:cNvSpPr txBox="1"/>
            <p:nvPr/>
          </p:nvSpPr>
          <p:spPr>
            <a:xfrm>
              <a:off x="6286500" y="3876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t>07. Clinker Quality Optimization</a:t>
              </a:r>
            </a:p>
            <a:p>
              <a:pPr marL="0" lvl="0" indent="0" algn="l" rtl="0">
                <a:spcBef>
                  <a:spcPts val="0"/>
                </a:spcBef>
                <a:spcAft>
                  <a:spcPts val="0"/>
                </a:spcAft>
                <a:buNone/>
              </a:pPr>
              <a:r>
                <a:t>1.25%</a:t>
              </a:r>
            </a:p>
            <a:p>
              <a:pPr marL="0" lvl="0" indent="0" algn="l" rtl="0">
                <a:spcBef>
                  <a:spcPts val="0"/>
                </a:spcBef>
                <a:spcAft>
                  <a:spcPts val="0"/>
                </a:spcAft>
                <a:buNone/>
              </a:pPr>
              <a:r>
                <a:t>Mean Free Lime (fCaO)</a:t>
              </a:r>
            </a:p>
            <a:p>
              <a:pPr marL="0" lvl="0" indent="0" algn="l" rtl="0">
                <a:spcBef>
                  <a:spcPts val="0"/>
                </a:spcBef>
                <a:spcAft>
                  <a:spcPts val="0"/>
                </a:spcAft>
                <a:buNone/>
              </a:pPr>
              <a:r>
                <a:t>Free Lime averages 1.25% (stable range 1.02–1.19%). Stabilizing Free Lime strictly within 0.90–1.30% via recuperated heat ensures high reactivity without excessive fuel firing.</a:t>
              </a:r>
              <a:endParaRPr sz="950">
                <a:solidFill>
                  <a:srgbClr val="CBD5E1"/>
                </a:solidFill>
                <a:latin typeface="Outfit"/>
                <a:ea typeface="Outfit"/>
                <a:cs typeface="Outfit"/>
                <a:sym typeface="Outfit"/>
              </a:endParaRPr>
            </a:p>
          </p:txBody>
        </p:sp>
      </p:grpSp>
      <p:grpSp>
        <p:nvGrpSpPr>
          <p:cNvPr id="352" name="Google Shape;352;g3f60c28689d_0_43"/>
          <p:cNvGrpSpPr/>
          <p:nvPr/>
        </p:nvGrpSpPr>
        <p:grpSpPr>
          <a:xfrm>
            <a:off x="8972550" y="3762375"/>
            <a:ext cx="2648100" cy="2524200"/>
            <a:chOff x="8972550" y="3762375"/>
            <a:chExt cx="2648100" cy="2524200"/>
          </a:xfrm>
        </p:grpSpPr>
        <p:sp>
          <p:nvSpPr>
            <p:cNvPr id="353" name="Google Shape;353;g3f60c28689d_0_43"/>
            <p:cNvSpPr/>
            <p:nvPr/>
          </p:nvSpPr>
          <p:spPr>
            <a:xfrm>
              <a:off x="8972550" y="3762375"/>
              <a:ext cx="2648100" cy="2524200"/>
            </a:xfrm>
            <a:prstGeom prst="roundRect">
              <a:avLst>
                <a:gd name="adj" fmla="val 3018"/>
              </a:avLst>
            </a:prstGeom>
            <a:solidFill>
              <a:srgbClr val="0C252D"/>
            </a:solidFill>
            <a:ln w="14300" cap="flat" cmpd="sng">
              <a:solidFill>
                <a:srgbClr val="1A3B4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4" name="Google Shape;354;g3f60c28689d_0_43"/>
            <p:cNvSpPr txBox="1"/>
            <p:nvPr/>
          </p:nvSpPr>
          <p:spPr>
            <a:xfrm>
              <a:off x="9086850" y="3876675"/>
              <a:ext cx="2419500" cy="2295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t>08. ID &amp; Cooler Fan Efficiency</a:t>
              </a:r>
            </a:p>
            <a:p>
              <a:pPr marL="0" lvl="0" indent="0" algn="l" rtl="0">
                <a:spcBef>
                  <a:spcPts val="0"/>
                </a:spcBef>
                <a:spcAft>
                  <a:spcPts val="0"/>
                </a:spcAft>
                <a:buNone/>
              </a:pPr>
              <a:r>
                <a:t>+0.998</a:t>
              </a:r>
            </a:p>
            <a:p>
              <a:pPr marL="0" lvl="0" indent="0" algn="l" rtl="0">
                <a:spcBef>
                  <a:spcPts val="0"/>
                </a:spcBef>
                <a:spcAft>
                  <a:spcPts val="0"/>
                </a:spcAft>
                <a:buNone/>
              </a:pPr>
              <a:r>
                <a:t>Pressure to Fan Coupling</a:t>
              </a:r>
            </a:p>
            <a:p>
              <a:pPr marL="0" lvl="0" indent="0" algn="l" rtl="0">
                <a:spcBef>
                  <a:spcPts val="0"/>
                </a:spcBef>
                <a:spcAft>
                  <a:spcPts val="0"/>
                </a:spcAft>
                <a:buNone/>
              </a:pPr>
              <a:r>
                <a:t>High correlation (+0.998) between undergrate pressure and grate speed control enables automatic bed resistance stabilization and significant cooler fan power savings.</a:t>
              </a:r>
              <a:endParaRPr sz="950">
                <a:solidFill>
                  <a:srgbClr val="CBD5E1"/>
                </a:solidFill>
                <a:latin typeface="Outfit"/>
                <a:ea typeface="Outfit"/>
                <a:cs typeface="Outfit"/>
                <a:sym typeface="Outfit"/>
              </a:endParaRPr>
            </a:p>
          </p:txBody>
        </p:sp>
      </p:grpSp>
    </p:spTree>
    <p:extLst>
      <p:ext uri="{BB962C8B-B14F-4D97-AF65-F5344CB8AC3E}">
        <p14:creationId xmlns:p14="http://schemas.microsoft.com/office/powerpoint/2010/main" val="1246359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400">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353815"/>
          </a:xfrm>
          <a:prstGeom prst="rect">
            <a:avLst/>
          </a:prstGeom>
          <a:noFill/>
        </p:spPr>
        <p:txBody>
          <a:bodyPr wrap="square" lIns="0" tIns="0" rIns="0" bIns="0">
            <a:spAutoFit/>
          </a:bodyPr>
          <a:lstStyle/>
          <a:p>
            <a:pPr>
              <a:lnSpc>
                <a:spcPct val="110000"/>
              </a:lnSpc>
              <a:spcAft>
                <a:spcPts val="1200"/>
              </a:spcAft>
            </a:pPr>
            <a:r>
              <a:rPr lang="en-US" sz="2200" b="1" dirty="0">
                <a:solidFill>
                  <a:srgbClr val="FFFF00"/>
                </a:solidFill>
                <a:latin typeface="Space Grotesk"/>
              </a:rPr>
              <a:t>Graph 1: Total Feed Rate vs Main Drive Current (Drive Loading Dynamics)</a:t>
            </a:r>
          </a:p>
        </p:txBody>
      </p:sp>
      <p:pic>
        <p:nvPicPr>
          <p:cNvPr id="5" name="Picture 4">
            <a:extLst>
              <a:ext uri="{FF2B5EF4-FFF2-40B4-BE49-F238E27FC236}">
                <a16:creationId xmlns:a16="http://schemas.microsoft.com/office/drawing/2014/main" id="{0FB7CDC5-E566-B0EB-64F6-2D01B11008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
        <p:nvSpPr>
          <p:cNvPr id="4" name="TextBox 3">
            <a:extLst>
              <a:ext uri="{FF2B5EF4-FFF2-40B4-BE49-F238E27FC236}">
                <a16:creationId xmlns:a16="http://schemas.microsoft.com/office/drawing/2014/main" id="{E7E25CB8-EC7C-DBB3-158B-1146B486A7E5}"/>
              </a:ext>
            </a:extLst>
          </p:cNvPr>
          <p:cNvSpPr txBox="1"/>
          <p:nvPr/>
        </p:nvSpPr>
        <p:spPr>
          <a:xfrm>
            <a:off x="475487" y="494776"/>
            <a:ext cx="10975543" cy="1048620"/>
          </a:xfrm>
          <a:prstGeom prst="rect">
            <a:avLst/>
          </a:prstGeom>
          <a:noFill/>
        </p:spPr>
        <p:txBody>
          <a:bodyPr wrap="square">
            <a:spAutoFit/>
          </a:bodyPr>
          <a:lstStyle/>
          <a:p>
            <a:pPr>
              <a:lnSpc>
                <a:spcPct val="110000"/>
              </a:lnSpc>
              <a:spcAft>
                <a:spcPts val="1200"/>
              </a:spcAft>
            </a:pPr>
            <a:r>
              <a:rPr lang="en-US" sz="1200" dirty="0">
                <a:solidFill>
                  <a:srgbClr val="CBD5E1"/>
                </a:solidFill>
                <a:latin typeface="Outfit"/>
              </a:rPr>
              <a:t>• Mechanical Drive Stress: Total Kiln Feed directly dictates mechanical torque. Mean feed is 340.9 t/h with M02 current averaging 179.22 A (running 295.47–318.40 A during high-feed regimes).</a:t>
            </a:r>
          </a:p>
          <a:p>
            <a:pPr>
              <a:lnSpc>
                <a:spcPct val="110000"/>
              </a:lnSpc>
              <a:spcAft>
                <a:spcPts val="1200"/>
              </a:spcAft>
            </a:pPr>
            <a:r>
              <a:rPr lang="en-US" sz="1200" dirty="0">
                <a:solidFill>
                  <a:srgbClr val="CBD5E1"/>
                </a:solidFill>
                <a:latin typeface="Outfit"/>
              </a:rPr>
              <a:t>• Overload Threshold Mitigation: Surges in drive current above 250 A without a corresponding increase in feed indicate unstable kiln coating, potential ring formations in the burning zone, or severe snowman build-up forcing the drive into overload.</a:t>
            </a:r>
          </a:p>
        </p:txBody>
      </p:sp>
    </p:spTree>
    <p:extLst>
      <p:ext uri="{BB962C8B-B14F-4D97-AF65-F5344CB8AC3E}">
        <p14:creationId xmlns:p14="http://schemas.microsoft.com/office/powerpoint/2010/main" val="3642642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Graph 2: Main Drive Current vs Kiln Speed (Kinematic Bed Synchronization)</a:t>
            </a:r>
          </a:p>
          <a:p>
            <a:pPr>
              <a:lnSpc>
                <a:spcPct val="110000"/>
              </a:lnSpc>
              <a:spcAft>
                <a:spcPts val="1200"/>
              </a:spcAft>
            </a:pPr>
            <a:r>
              <a:rPr lang="en-US" sz="1200">
                <a:solidFill>
                  <a:srgbClr val="CBD5E1"/>
                </a:solidFill>
                <a:latin typeface="Outfit"/>
              </a:rPr>
              <a:t>• Volumetric Bed Synchronization: As feed approaches 370 t/h, kiln speed must be rigidly coordinated to maintain an optimal 11–13% volumetric filling degree.</a:t>
            </a:r>
          </a:p>
          <a:p>
            <a:pPr>
              <a:lnSpc>
                <a:spcPct val="110000"/>
              </a:lnSpc>
              <a:spcAft>
                <a:spcPts val="1200"/>
              </a:spcAft>
            </a:pPr>
            <a:r>
              <a:rPr lang="en-US" sz="1200">
                <a:solidFill>
                  <a:srgbClr val="CBD5E1"/>
                </a:solidFill>
                <a:latin typeface="Outfit"/>
              </a:rPr>
              <a:t>• Material Flush Prevention: Strict speed coordination prevents uncalcined meal from flushing into the burning zone, confirmed by the massive +0.995 correlation between Kiln Speed and Kiln Feed.</a:t>
            </a:r>
            <a:endParaRPr sz="1200" dirty="0">
              <a:solidFill>
                <a:srgbClr val="CBD5E1"/>
              </a:solidFill>
              <a:latin typeface="Outfit"/>
            </a:endParaRPr>
          </a:p>
        </p:txBody>
      </p:sp>
      <p:pic>
        <p:nvPicPr>
          <p:cNvPr id="5" name="Picture 4">
            <a:extLst>
              <a:ext uri="{FF2B5EF4-FFF2-40B4-BE49-F238E27FC236}">
                <a16:creationId xmlns:a16="http://schemas.microsoft.com/office/drawing/2014/main" id="{6457A3B5-EF8F-FE6D-00D1-15416789C18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371239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Graph 3: Specific Fuel Consumption vs Secondary Air Temperature (Thermal Flywheel)</a:t>
            </a:r>
          </a:p>
          <a:p>
            <a:pPr>
              <a:lnSpc>
                <a:spcPct val="110000"/>
              </a:lnSpc>
              <a:spcAft>
                <a:spcPts val="1200"/>
              </a:spcAft>
            </a:pPr>
            <a:r>
              <a:rPr lang="en-US" sz="1200">
                <a:solidFill>
                  <a:srgbClr val="CBD5E1"/>
                </a:solidFill>
                <a:latin typeface="Outfit"/>
              </a:rPr>
              <a:t>• Fuel Substitution via Recuperation: Secondary Air Temp is our most critical thermal flywheel. Mean temperature is 811.5°C.</a:t>
            </a:r>
          </a:p>
          <a:p>
            <a:pPr>
              <a:lnSpc>
                <a:spcPct val="110000"/>
              </a:lnSpc>
              <a:spcAft>
                <a:spcPts val="1200"/>
              </a:spcAft>
            </a:pPr>
            <a:r>
              <a:rPr lang="en-US" sz="1200">
                <a:solidFill>
                  <a:srgbClr val="CBD5E1"/>
                </a:solidFill>
                <a:latin typeface="Outfit"/>
              </a:rPr>
              <a:t>• Thermal Efficiency Window: Operating consistently above 950–1,000°C directly lowers Specific Fuel Consumption, pushing thermal efficiency closer to world-class standards by minimizing the need for expensive main burner coal.</a:t>
            </a:r>
            <a:endParaRPr sz="1200" dirty="0">
              <a:solidFill>
                <a:srgbClr val="CBD5E1"/>
              </a:solidFill>
              <a:latin typeface="Outfit"/>
            </a:endParaRPr>
          </a:p>
        </p:txBody>
      </p:sp>
      <p:pic>
        <p:nvPicPr>
          <p:cNvPr id="5" name="Picture 4">
            <a:extLst>
              <a:ext uri="{FF2B5EF4-FFF2-40B4-BE49-F238E27FC236}">
                <a16:creationId xmlns:a16="http://schemas.microsoft.com/office/drawing/2014/main" id="{4361829C-3F72-0706-0857-52F48E4D896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94101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Graph 4: Main Burner Coal vs RDF Utilization (Alternative Fuel Substitution Limits)</a:t>
            </a:r>
          </a:p>
          <a:p>
            <a:pPr>
              <a:lnSpc>
                <a:spcPct val="110000"/>
              </a:lnSpc>
              <a:spcAft>
                <a:spcPts val="1200"/>
              </a:spcAft>
            </a:pPr>
            <a:r>
              <a:rPr lang="pt-PT" sz="1200">
                <a:solidFill>
                  <a:srgbClr val="CBD5E1"/>
                </a:solidFill>
                <a:latin typeface="Outfit"/>
              </a:rPr>
              <a:t>• Fossil Fuel Displacement Dynamics: High RDF Satellite Burner flow must be carefully balanced against Main Burner Coal to maintain flame momentum.</a:t>
            </a:r>
          </a:p>
          <a:p>
            <a:pPr>
              <a:lnSpc>
                <a:spcPct val="110000"/>
              </a:lnSpc>
              <a:spcAft>
                <a:spcPts val="1200"/>
              </a:spcAft>
            </a:pPr>
            <a:r>
              <a:rPr lang="pt-PT" sz="1200">
                <a:solidFill>
                  <a:srgbClr val="CBD5E1"/>
                </a:solidFill>
                <a:latin typeface="Outfit"/>
              </a:rPr>
              <a:t>• Combustion Stability Guardrails: Over-reliance on RDF without proper momentum risks CO spikes, thermal decoupling, and dragging clinker liquid phase formation further back into the kiln.</a:t>
            </a:r>
            <a:endParaRPr sz="1200" dirty="0">
              <a:solidFill>
                <a:srgbClr val="CBD5E1"/>
              </a:solidFill>
              <a:latin typeface="Outfit"/>
            </a:endParaRPr>
          </a:p>
        </p:txBody>
      </p:sp>
      <p:pic>
        <p:nvPicPr>
          <p:cNvPr id="5" name="Picture 4">
            <a:extLst>
              <a:ext uri="{FF2B5EF4-FFF2-40B4-BE49-F238E27FC236}">
                <a16:creationId xmlns:a16="http://schemas.microsoft.com/office/drawing/2014/main" id="{ED0CF3D7-8073-E3E9-6367-4E71492E600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3115497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STEP 5A: Kiln Process Stability &amp; Multi-Variable Scatter Diagnostics</a:t>
            </a:r>
          </a:p>
          <a:p>
            <a:pPr>
              <a:lnSpc>
                <a:spcPct val="110000"/>
              </a:lnSpc>
              <a:spcAft>
                <a:spcPts val="1200"/>
              </a:spcAft>
            </a:pPr>
            <a:r>
              <a:rPr lang="pt-PT" sz="1200">
                <a:solidFill>
                  <a:srgbClr val="CBD5E1"/>
                </a:solidFill>
                <a:latin typeface="Outfit"/>
              </a:rPr>
              <a:t>• Continuous Process Validation: Multi-variable telemetry tracking shows consistent operation across 340+ t/h feed regimes with synchronized coal and RDF modulation.</a:t>
            </a:r>
          </a:p>
          <a:p>
            <a:pPr>
              <a:lnSpc>
                <a:spcPct val="110000"/>
              </a:lnSpc>
              <a:spcAft>
                <a:spcPts val="1200"/>
              </a:spcAft>
            </a:pPr>
            <a:r>
              <a:rPr lang="pt-PT" sz="1200">
                <a:solidFill>
                  <a:srgbClr val="CBD5E1"/>
                </a:solidFill>
                <a:latin typeface="Outfit"/>
              </a:rPr>
              <a:t>• Predictive Feed-Forward Opportunity: Real-time tracking identifies transient feed dips and drive current spikes, enabling proactive AI intervention to prevent thermal shock.</a:t>
            </a:r>
            <a:endParaRPr sz="1200" dirty="0">
              <a:solidFill>
                <a:srgbClr val="CBD5E1"/>
              </a:solidFill>
              <a:latin typeface="Outfit"/>
            </a:endParaRPr>
          </a:p>
        </p:txBody>
      </p:sp>
      <p:pic>
        <p:nvPicPr>
          <p:cNvPr id="5" name="Picture 4">
            <a:extLst>
              <a:ext uri="{FF2B5EF4-FFF2-40B4-BE49-F238E27FC236}">
                <a16:creationId xmlns:a16="http://schemas.microsoft.com/office/drawing/2014/main" id="{C9EA2869-E4B7-FFED-CA28-B2D04DF234E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3809731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5B: Parallel Trajectories — Plant Quality &amp; Burnability Diagnostics</a:t>
            </a:r>
          </a:p>
          <a:p>
            <a:pPr>
              <a:lnSpc>
                <a:spcPct val="110000"/>
              </a:lnSpc>
              <a:spcAft>
                <a:spcPts val="1200"/>
              </a:spcAft>
            </a:pPr>
            <a:r>
              <a:rPr lang="en-US" sz="1200">
                <a:solidFill>
                  <a:srgbClr val="CBD5E1"/>
                </a:solidFill>
                <a:latin typeface="Outfit"/>
              </a:rPr>
              <a:t>• High-Dimensional Trajectory Mapping: Interconnecting Total Fuel Flow, Secondary Air Temp, Free Lime (fCaO), C3S, and Clinker Production.</a:t>
            </a:r>
          </a:p>
          <a:p>
            <a:pPr>
              <a:lnSpc>
                <a:spcPct val="110000"/>
              </a:lnSpc>
              <a:spcAft>
                <a:spcPts val="1200"/>
              </a:spcAft>
            </a:pPr>
            <a:r>
              <a:rPr lang="en-US" sz="1200">
                <a:solidFill>
                  <a:srgbClr val="CBD5E1"/>
                </a:solidFill>
                <a:latin typeface="Outfit"/>
              </a:rPr>
              <a:t>• Optimal Quality Corridor: Trajectories passing through &gt;950°C secondary air consistently achieve C3S &gt; 60% with Free Lime suppressed below 1.5%.</a:t>
            </a:r>
            <a:endParaRPr sz="1200" dirty="0">
              <a:solidFill>
                <a:srgbClr val="CBD5E1"/>
              </a:solidFill>
              <a:latin typeface="Outfit"/>
            </a:endParaRPr>
          </a:p>
        </p:txBody>
      </p:sp>
      <p:pic>
        <p:nvPicPr>
          <p:cNvPr id="5" name="Picture 4">
            <a:extLst>
              <a:ext uri="{FF2B5EF4-FFF2-40B4-BE49-F238E27FC236}">
                <a16:creationId xmlns:a16="http://schemas.microsoft.com/office/drawing/2014/main" id="{A3DC6423-2046-5AC8-9F88-376EE3EB372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393945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792" y="347472"/>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5C: Section 1 Performance Summary Table (Kiln &amp; Thermal Dynamics)</a:t>
            </a:r>
            <a:endParaRPr sz="2200" b="1">
              <a:solidFill>
                <a:srgbClr val="FFFF00"/>
              </a:solidFill>
              <a:latin typeface="Space Grotesk"/>
            </a:endParaRPr>
          </a:p>
        </p:txBody>
      </p:sp>
      <p:graphicFrame>
        <p:nvGraphicFramePr>
          <p:cNvPr id="4" name="Table 3"/>
          <p:cNvGraphicFramePr>
            <a:graphicFrameLocks noGrp="1"/>
          </p:cNvGraphicFramePr>
          <p:nvPr/>
        </p:nvGraphicFramePr>
        <p:xfrm>
          <a:off x="548792" y="1225296"/>
          <a:ext cx="10362895" cy="3200000"/>
        </p:xfrm>
        <a:graphic>
          <a:graphicData uri="http://schemas.openxmlformats.org/drawingml/2006/table">
            <a:tbl>
              <a:tblPr firstRow="1" bandRow="1">
                <a:tableStyleId>{5C22544A-7EE6-4342-B048-85BDC9FD1C3A}</a:tableStyleId>
              </a:tblPr>
              <a:tblGrid>
                <a:gridCol w="1295361">
                  <a:extLst>
                    <a:ext uri="{9D8B030D-6E8A-4147-A177-3AD203B41FA5}">
                      <a16:colId xmlns:a16="http://schemas.microsoft.com/office/drawing/2014/main" val="20000"/>
                    </a:ext>
                  </a:extLst>
                </a:gridCol>
                <a:gridCol w="1295361">
                  <a:extLst>
                    <a:ext uri="{9D8B030D-6E8A-4147-A177-3AD203B41FA5}">
                      <a16:colId xmlns:a16="http://schemas.microsoft.com/office/drawing/2014/main" val="20001"/>
                    </a:ext>
                  </a:extLst>
                </a:gridCol>
                <a:gridCol w="1295361">
                  <a:extLst>
                    <a:ext uri="{9D8B030D-6E8A-4147-A177-3AD203B41FA5}">
                      <a16:colId xmlns:a16="http://schemas.microsoft.com/office/drawing/2014/main" val="20002"/>
                    </a:ext>
                  </a:extLst>
                </a:gridCol>
                <a:gridCol w="1295361">
                  <a:extLst>
                    <a:ext uri="{9D8B030D-6E8A-4147-A177-3AD203B41FA5}">
                      <a16:colId xmlns:a16="http://schemas.microsoft.com/office/drawing/2014/main" val="20003"/>
                    </a:ext>
                  </a:extLst>
                </a:gridCol>
                <a:gridCol w="1295361">
                  <a:extLst>
                    <a:ext uri="{9D8B030D-6E8A-4147-A177-3AD203B41FA5}">
                      <a16:colId xmlns:a16="http://schemas.microsoft.com/office/drawing/2014/main" val="20004"/>
                    </a:ext>
                  </a:extLst>
                </a:gridCol>
                <a:gridCol w="1295361">
                  <a:extLst>
                    <a:ext uri="{9D8B030D-6E8A-4147-A177-3AD203B41FA5}">
                      <a16:colId xmlns:a16="http://schemas.microsoft.com/office/drawing/2014/main" val="20005"/>
                    </a:ext>
                  </a:extLst>
                </a:gridCol>
                <a:gridCol w="1295361">
                  <a:extLst>
                    <a:ext uri="{9D8B030D-6E8A-4147-A177-3AD203B41FA5}">
                      <a16:colId xmlns:a16="http://schemas.microsoft.com/office/drawing/2014/main" val="20006"/>
                    </a:ext>
                  </a:extLst>
                </a:gridCol>
                <a:gridCol w="1295368">
                  <a:extLst>
                    <a:ext uri="{9D8B030D-6E8A-4147-A177-3AD203B41FA5}">
                      <a16:colId xmlns:a16="http://schemas.microsoft.com/office/drawing/2014/main" val="20007"/>
                    </a:ext>
                  </a:extLst>
                </a:gridCol>
              </a:tblGrid>
              <a:tr h="400000">
                <a:tc>
                  <a:txBody>
                    <a:bodyPr/>
                    <a:lstStyle/>
                    <a:p>
                      <a:pPr algn="l"/>
                      <a:r>
                        <a:rPr lang="pt-PT" sz="1000" b="1">
                          <a:solidFill>
                            <a:srgbClr val="FFFFFF"/>
                          </a:solidFill>
                          <a:latin typeface="Arial" panose="020B0604020202020204" pitchFamily="34" charset="0"/>
                        </a:rPr>
                        <a:t>Operational Variable</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Min</a:t>
                      </a:r>
                      <a:endParaRPr sz="1000" b="1" dirty="0">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Q1</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Median</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Mean</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Q3</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Max</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TARGET CORRIDOR</a:t>
                      </a:r>
                      <a:endParaRPr sz="1000" b="1">
                        <a:solidFill>
                          <a:srgbClr val="FFFFFF"/>
                        </a:solidFill>
                        <a:latin typeface="Arial" panose="020B0604020202020204" pitchFamily="34" charset="0"/>
                      </a:endParaRPr>
                    </a:p>
                  </a:txBody>
                  <a:tcPr>
                    <a:solidFill>
                      <a:srgbClr val="0F2027"/>
                    </a:solidFill>
                  </a:tcPr>
                </a:tc>
                <a:extLst>
                  <a:ext uri="{0D108BD9-81ED-4DB2-BD59-A6C34878D82A}">
                    <a16:rowId xmlns:a16="http://schemas.microsoft.com/office/drawing/2014/main" val="10000"/>
                  </a:ext>
                </a:extLst>
              </a:tr>
              <a:tr h="400000">
                <a:tc>
                  <a:txBody>
                    <a:bodyPr/>
                    <a:lstStyle/>
                    <a:p>
                      <a:pPr algn="l"/>
                      <a:r>
                        <a:rPr lang="en-US" sz="950" b="1">
                          <a:solidFill>
                            <a:srgbClr val="E2E8F0"/>
                          </a:solidFill>
                          <a:latin typeface="Arial" panose="020B0604020202020204" pitchFamily="34" charset="0"/>
                        </a:rPr>
                        <a:t>KILN_FEED (t/h)</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310.00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340.00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340.90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365.00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406.30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369.0–400.0 t/h</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1"/>
                  </a:ext>
                </a:extLst>
              </a:tr>
              <a:tr h="400000">
                <a:tc>
                  <a:txBody>
                    <a:bodyPr/>
                    <a:lstStyle/>
                    <a:p>
                      <a:pPr algn="l"/>
                      <a:r>
                        <a:rPr lang="en-US" sz="950" b="1">
                          <a:solidFill>
                            <a:srgbClr val="E2E8F0"/>
                          </a:solidFill>
                          <a:latin typeface="Arial" panose="020B0604020202020204" pitchFamily="34" charset="0"/>
                        </a:rPr>
                        <a:t>Clinker_Production (t/h)</a:t>
                      </a:r>
                      <a:endParaRPr sz="950" b="1">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201.50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221.00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221.58</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237.25</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264.10</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240.0–260.0 t/h</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2"/>
                  </a:ext>
                </a:extLst>
              </a:tr>
              <a:tr h="400000">
                <a:tc>
                  <a:txBody>
                    <a:bodyPr/>
                    <a:lstStyle/>
                    <a:p>
                      <a:pPr algn="l"/>
                      <a:r>
                        <a:rPr lang="en-US" sz="950" b="1">
                          <a:solidFill>
                            <a:srgbClr val="E2E8F0"/>
                          </a:solidFill>
                          <a:latin typeface="Arial" panose="020B0604020202020204" pitchFamily="34" charset="0"/>
                        </a:rPr>
                        <a:t>KILN_SPEED (rpm)</a:t>
                      </a:r>
                      <a:endParaRPr sz="950" b="1"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1.10</a:t>
                      </a:r>
                      <a:endParaRPr sz="950" b="0"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2.85</a:t>
                      </a:r>
                      <a:endParaRPr sz="950" b="0"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3.10</a:t>
                      </a:r>
                      <a:endParaRPr sz="950" b="0"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3.11</a:t>
                      </a:r>
                      <a:endParaRPr sz="950" b="0"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3.35</a:t>
                      </a:r>
                      <a:endParaRPr sz="950" b="0" dirty="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3.95</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3.22–3.50 rpm</a:t>
                      </a:r>
                      <a:endParaRPr sz="950" b="1" dirty="0">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3"/>
                  </a:ext>
                </a:extLst>
              </a:tr>
              <a:tr h="400000">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M02_DRIVE_CURRENT (A)</a:t>
                      </a:r>
                      <a:endParaRPr sz="950" b="1" kern="1200" dirty="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130.97</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165.00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178.00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179.22</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195.00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431.73</a:t>
                      </a:r>
                      <a:endParaRPr sz="950" b="0" kern="1200" dirty="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295.5–318.4 A (Peak)</a:t>
                      </a:r>
                      <a:endParaRPr sz="950" b="1" kern="1200" dirty="0">
                        <a:solidFill>
                          <a:srgbClr val="E2E8F0"/>
                        </a:solidFill>
                        <a:latin typeface="Arial" panose="020B0604020202020204" pitchFamily="34" charset="0"/>
                        <a:ea typeface="+mn-ea"/>
                        <a:cs typeface="+mn-cs"/>
                      </a:endParaRPr>
                    </a:p>
                  </a:txBody>
                  <a:tcPr>
                    <a:solidFill>
                      <a:srgbClr val="171F2D"/>
                    </a:solidFill>
                  </a:tcPr>
                </a:tc>
                <a:extLst>
                  <a:ext uri="{0D108BD9-81ED-4DB2-BD59-A6C34878D82A}">
                    <a16:rowId xmlns:a16="http://schemas.microsoft.com/office/drawing/2014/main" val="10004"/>
                  </a:ext>
                </a:extLst>
              </a:tr>
              <a:tr h="400000">
                <a:tc>
                  <a:txBody>
                    <a:bodyPr/>
                    <a:lstStyle/>
                    <a:p>
                      <a:pPr algn="l"/>
                      <a:r>
                        <a:rPr lang="pt-PT" sz="950" b="1">
                          <a:solidFill>
                            <a:srgbClr val="E2E8F0"/>
                          </a:solidFill>
                          <a:latin typeface="Arial" panose="020B0604020202020204" pitchFamily="34" charset="0"/>
                        </a:rPr>
                        <a:t>MAIN_BURNER_COAL (t/h)</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3.70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8.20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8.85</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8.90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9.50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12.71</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8.81–9.71 t/h</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5"/>
                  </a:ext>
                </a:extLst>
              </a:tr>
              <a:tr h="400000">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CALCINER_COAL (t/h)</a:t>
                      </a:r>
                      <a:endParaRPr sz="950" b="1"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0.64</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10.50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11.40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11.49</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12.50</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13.64</a:t>
                      </a:r>
                      <a:endParaRPr sz="950" b="0" kern="1200">
                        <a:solidFill>
                          <a:srgbClr val="E2E8F0"/>
                        </a:solidFill>
                        <a:latin typeface="Arial" panose="020B0604020202020204" pitchFamily="34" charset="0"/>
                        <a:ea typeface="+mn-ea"/>
                        <a:cs typeface="+mn-cs"/>
                      </a:endParaRPr>
                    </a:p>
                  </a:txBody>
                  <a:tcPr>
                    <a:solidFill>
                      <a:srgbClr val="171F2D"/>
                    </a:solidFill>
                  </a:tcPr>
                </a:tc>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8.88–16.04 t/h</a:t>
                      </a:r>
                      <a:endParaRPr sz="950" b="1" kern="1200" dirty="0">
                        <a:solidFill>
                          <a:srgbClr val="E2E8F0"/>
                        </a:solidFill>
                        <a:latin typeface="Arial" panose="020B0604020202020204" pitchFamily="34" charset="0"/>
                        <a:ea typeface="+mn-ea"/>
                        <a:cs typeface="+mn-cs"/>
                      </a:endParaRPr>
                    </a:p>
                  </a:txBody>
                  <a:tcPr>
                    <a:solidFill>
                      <a:srgbClr val="171F2D"/>
                    </a:solidFill>
                  </a:tcPr>
                </a:tc>
                <a:extLst>
                  <a:ext uri="{0D108BD9-81ED-4DB2-BD59-A6C34878D82A}">
                    <a16:rowId xmlns:a16="http://schemas.microsoft.com/office/drawing/2014/main" val="10006"/>
                  </a:ext>
                </a:extLst>
              </a:tr>
              <a:tr h="400000">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RDF_SATELLITEBURNER (t/h)</a:t>
                      </a:r>
                      <a:endParaRPr sz="950" b="1"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0.00</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4.50</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7.20</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7.41</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10.20</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en-DE" sz="950" b="0" kern="1200">
                          <a:solidFill>
                            <a:srgbClr val="E2E8F0"/>
                          </a:solidFill>
                          <a:latin typeface="Arial" panose="020B0604020202020204" pitchFamily="34" charset="0"/>
                          <a:ea typeface="+mn-ea"/>
                          <a:cs typeface="+mn-cs"/>
                        </a:rPr>
                        <a:t>47.63</a:t>
                      </a:r>
                      <a:endParaRPr sz="950" b="0" kern="1200">
                        <a:solidFill>
                          <a:srgbClr val="E2E8F0"/>
                        </a:solidFill>
                        <a:latin typeface="Arial" panose="020B0604020202020204" pitchFamily="34" charset="0"/>
                        <a:ea typeface="+mn-ea"/>
                        <a:cs typeface="+mn-cs"/>
                      </a:endParaRPr>
                    </a:p>
                  </a:txBody>
                  <a:tcPr>
                    <a:solidFill>
                      <a:srgbClr val="1E293B"/>
                    </a:solidFill>
                  </a:tcPr>
                </a:tc>
                <a:tc>
                  <a:txBody>
                    <a:bodyPr/>
                    <a:lstStyle/>
                    <a:p>
                      <a:pPr marL="0" algn="ctr" defTabSz="914400" rtl="0" eaLnBrk="1" latinLnBrk="0" hangingPunct="1"/>
                      <a:r>
                        <a:rPr lang="pt-PT" sz="950" b="1" kern="1200">
                          <a:solidFill>
                            <a:srgbClr val="E2E8F0"/>
                          </a:solidFill>
                          <a:latin typeface="Arial" panose="020B0604020202020204" pitchFamily="34" charset="0"/>
                          <a:ea typeface="+mn-ea"/>
                          <a:cs typeface="+mn-cs"/>
                        </a:rPr>
                        <a:t>10.00–13.93 t/h</a:t>
                      </a:r>
                      <a:endParaRPr sz="950" b="1" kern="1200" dirty="0">
                        <a:solidFill>
                          <a:srgbClr val="E2E8F0"/>
                        </a:solidFill>
                        <a:latin typeface="Arial" panose="020B0604020202020204" pitchFamily="34" charset="0"/>
                        <a:ea typeface="+mn-ea"/>
                        <a:cs typeface="+mn-cs"/>
                      </a:endParaRPr>
                    </a:p>
                  </a:txBody>
                  <a:tcPr>
                    <a:solidFill>
                      <a:srgbClr val="1E293B"/>
                    </a:solidFill>
                  </a:tcPr>
                </a:tc>
                <a:extLst>
                  <a:ext uri="{0D108BD9-81ED-4DB2-BD59-A6C34878D82A}">
                    <a16:rowId xmlns:a16="http://schemas.microsoft.com/office/drawing/2014/main" val="2800796249"/>
                  </a:ext>
                </a:extLst>
              </a:tr>
            </a:tbl>
          </a:graphicData>
        </a:graphic>
      </p:graphicFrame>
    </p:spTree>
    <p:extLst>
      <p:ext uri="{BB962C8B-B14F-4D97-AF65-F5344CB8AC3E}">
        <p14:creationId xmlns:p14="http://schemas.microsoft.com/office/powerpoint/2010/main" val="499270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Graph 5: Free Lime (SCAO) vs Secondary Air Temperature (Burnability Health)</a:t>
            </a:r>
          </a:p>
          <a:p>
            <a:pPr>
              <a:lnSpc>
                <a:spcPct val="110000"/>
              </a:lnSpc>
              <a:spcAft>
                <a:spcPts val="1200"/>
              </a:spcAft>
            </a:pPr>
            <a:r>
              <a:rPr lang="en-US" sz="1200">
                <a:solidFill>
                  <a:srgbClr val="CBD5E1"/>
                </a:solidFill>
                <a:latin typeface="Outfit"/>
              </a:rPr>
              <a:t>• Burnability Quality Indicator: Free Lime (KLINKER SCAO) is the definitive indicator of burning zone health, averaging 2.03% (optimal window 1.17–2.45%).</a:t>
            </a:r>
          </a:p>
          <a:p>
            <a:pPr>
              <a:lnSpc>
                <a:spcPct val="110000"/>
              </a:lnSpc>
              <a:spcAft>
                <a:spcPts val="1200"/>
              </a:spcAft>
            </a:pPr>
            <a:r>
              <a:rPr lang="en-US" sz="1200">
                <a:solidFill>
                  <a:srgbClr val="CBD5E1"/>
                </a:solidFill>
                <a:latin typeface="Outfit"/>
              </a:rPr>
              <a:t>• Thermal Starvation Diagnosis: When Secondary Air Temp drops below 800°C, Free Lime spikes above 2.5%, indicating under-burning and poor nodulization that degrades final cement strength.</a:t>
            </a:r>
            <a:endParaRPr sz="1200" dirty="0">
              <a:solidFill>
                <a:srgbClr val="CBD5E1"/>
              </a:solidFill>
              <a:latin typeface="Outfit"/>
            </a:endParaRPr>
          </a:p>
        </p:txBody>
      </p:sp>
      <p:pic>
        <p:nvPicPr>
          <p:cNvPr id="5" name="Picture 4">
            <a:extLst>
              <a:ext uri="{FF2B5EF4-FFF2-40B4-BE49-F238E27FC236}">
                <a16:creationId xmlns:a16="http://schemas.microsoft.com/office/drawing/2014/main" id="{13CF8FE4-F769-A681-2CD8-DFDF46FF6BC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1081970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Graph 6: C3S vs Free Lime (SCAO) (Quality vs Efficiency Trade-off)</a:t>
            </a:r>
          </a:p>
          <a:p>
            <a:pPr>
              <a:lnSpc>
                <a:spcPct val="110000"/>
              </a:lnSpc>
              <a:spcAft>
                <a:spcPts val="1200"/>
              </a:spcAft>
            </a:pPr>
            <a:r>
              <a:rPr lang="en-US" sz="1200">
                <a:solidFill>
                  <a:srgbClr val="CBD5E1"/>
                </a:solidFill>
                <a:latin typeface="Outfit"/>
              </a:rPr>
              <a:t>• High-Alite Formation Challenge: C3S averages 59.18% (target 60.0–63.0%). High C3S requires intense localized heat which naturally drives down Free Lime.</a:t>
            </a:r>
          </a:p>
          <a:p>
            <a:pPr>
              <a:lnSpc>
                <a:spcPct val="110000"/>
              </a:lnSpc>
              <a:spcAft>
                <a:spcPts val="1200"/>
              </a:spcAft>
            </a:pPr>
            <a:r>
              <a:rPr lang="en-US" sz="1200">
                <a:solidFill>
                  <a:srgbClr val="CBD5E1"/>
                </a:solidFill>
                <a:latin typeface="Outfit"/>
              </a:rPr>
              <a:t>• Golden Zone Optimization: The objective is to achieve the sweet spot (fCaO 1.17–1.50%, C3S &gt; 60%) using maximized secondary air recuperation rather than excessive main burner coal dumping.</a:t>
            </a:r>
            <a:endParaRPr sz="1200" dirty="0">
              <a:solidFill>
                <a:srgbClr val="CBD5E1"/>
              </a:solidFill>
              <a:latin typeface="Outfit"/>
            </a:endParaRPr>
          </a:p>
        </p:txBody>
      </p:sp>
      <p:pic>
        <p:nvPicPr>
          <p:cNvPr id="5" name="Picture 4">
            <a:extLst>
              <a:ext uri="{FF2B5EF4-FFF2-40B4-BE49-F238E27FC236}">
                <a16:creationId xmlns:a16="http://schemas.microsoft.com/office/drawing/2014/main" id="{15615355-5000-949D-52B1-96A62FD188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302470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Graph 7: NH3 Consumption vs Secondary Air Temperature (NOx Emissions Control)</a:t>
            </a:r>
          </a:p>
          <a:p>
            <a:pPr>
              <a:lnSpc>
                <a:spcPct val="110000"/>
              </a:lnSpc>
              <a:spcAft>
                <a:spcPts val="1200"/>
              </a:spcAft>
            </a:pPr>
            <a:r>
              <a:rPr lang="pt-PT" sz="1200">
                <a:solidFill>
                  <a:srgbClr val="CBD5E1"/>
                </a:solidFill>
                <a:latin typeface="Outfit"/>
              </a:rPr>
              <a:t>• Thermal NOx Sensitivity: High Secondary Air Temp combined with excess preheater O2 accelerates thermal NOx formation, driving NH3 consumption (averaging 145.00).</a:t>
            </a:r>
          </a:p>
          <a:p>
            <a:pPr>
              <a:lnSpc>
                <a:spcPct val="110000"/>
              </a:lnSpc>
              <a:spcAft>
                <a:spcPts val="1200"/>
              </a:spcAft>
            </a:pPr>
            <a:r>
              <a:rPr lang="pt-PT" sz="1200">
                <a:solidFill>
                  <a:srgbClr val="CBD5E1"/>
                </a:solidFill>
                <a:latin typeface="Outfit"/>
              </a:rPr>
              <a:t>• Source Emission Reduction: Choking back excess air at the preheater outlet suppresses NOx at the source, minimizing expensive reagent NH3 consumption while ensuring regulatory compliance.</a:t>
            </a:r>
            <a:endParaRPr sz="1200" dirty="0">
              <a:solidFill>
                <a:srgbClr val="CBD5E1"/>
              </a:solidFill>
              <a:latin typeface="Outfit"/>
            </a:endParaRPr>
          </a:p>
        </p:txBody>
      </p:sp>
      <p:pic>
        <p:nvPicPr>
          <p:cNvPr id="5" name="Picture 4">
            <a:extLst>
              <a:ext uri="{FF2B5EF4-FFF2-40B4-BE49-F238E27FC236}">
                <a16:creationId xmlns:a16="http://schemas.microsoft.com/office/drawing/2014/main" id="{D0FC9E16-C798-DF46-8B9A-6D818F08AE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399862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Graph 8: Preheater Outlet O2 vs Preheater Fan Outlet (Draft Aerodynamics)</a:t>
            </a:r>
          </a:p>
          <a:p>
            <a:pPr>
              <a:lnSpc>
                <a:spcPct val="110000"/>
              </a:lnSpc>
              <a:spcAft>
                <a:spcPts val="1200"/>
              </a:spcAft>
            </a:pPr>
            <a:r>
              <a:rPr lang="pt-PT" sz="1200">
                <a:solidFill>
                  <a:srgbClr val="CBD5E1"/>
                </a:solidFill>
                <a:latin typeface="Outfit"/>
              </a:rPr>
              <a:t>• Draft Symmetry Non-Negotiable: The system exhibits near-perfect symmetry with a +0.998 correlation between Pressure after Pre-heater 1 and 2.</a:t>
            </a:r>
          </a:p>
          <a:p>
            <a:pPr>
              <a:lnSpc>
                <a:spcPct val="110000"/>
              </a:lnSpc>
              <a:spcAft>
                <a:spcPts val="1200"/>
              </a:spcAft>
            </a:pPr>
            <a:r>
              <a:rPr lang="pt-PT" sz="1200">
                <a:solidFill>
                  <a:srgbClr val="CBD5E1"/>
                </a:solidFill>
                <a:latin typeface="Outfit"/>
              </a:rPr>
              <a:t>• ID Fan Headroom Preservation: Operating preheater exit O2 between 3.50% and 4.50% minimizes false air ingress and preserves ID fan capacity for throughput expansion.</a:t>
            </a:r>
            <a:endParaRPr sz="1200" dirty="0">
              <a:solidFill>
                <a:srgbClr val="CBD5E1"/>
              </a:solidFill>
              <a:latin typeface="Outfit"/>
            </a:endParaRPr>
          </a:p>
        </p:txBody>
      </p:sp>
      <p:pic>
        <p:nvPicPr>
          <p:cNvPr id="5" name="Picture 4">
            <a:extLst>
              <a:ext uri="{FF2B5EF4-FFF2-40B4-BE49-F238E27FC236}">
                <a16:creationId xmlns:a16="http://schemas.microsoft.com/office/drawing/2014/main" id="{3FB80A7E-3138-C265-E889-8A5FE9C955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3030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Graph 9: Cooler Exhaust Temp vs Secondary Air Temp (Cooler Bed Hydraulic Resistance)</a:t>
            </a:r>
          </a:p>
          <a:p>
            <a:pPr>
              <a:lnSpc>
                <a:spcPct val="110000"/>
              </a:lnSpc>
              <a:spcAft>
                <a:spcPts val="1200"/>
              </a:spcAft>
            </a:pPr>
            <a:r>
              <a:rPr lang="pt-PT" sz="1200">
                <a:solidFill>
                  <a:srgbClr val="CBD5E1"/>
                </a:solidFill>
                <a:latin typeface="Outfit"/>
              </a:rPr>
              <a:t>• Clinker Bed Depth Governance: Deep clinker beds force cooling fans into severe power draw (+0.991 correlation between fan speed and fan kW).</a:t>
            </a:r>
          </a:p>
          <a:p>
            <a:pPr>
              <a:lnSpc>
                <a:spcPct val="110000"/>
              </a:lnSpc>
              <a:spcAft>
                <a:spcPts val="1200"/>
              </a:spcAft>
            </a:pPr>
            <a:r>
              <a:rPr lang="pt-PT" sz="1200">
                <a:solidFill>
                  <a:srgbClr val="CBD5E1"/>
                </a:solidFill>
                <a:latin typeface="Outfit"/>
              </a:rPr>
              <a:t>• Thermal vs Electrical Balance: Regulating grate speed sheds significant electrical kW load without over-cooling the bed and destroying the Secondary Air Temp thermal flywheel.</a:t>
            </a:r>
            <a:endParaRPr sz="1200" dirty="0">
              <a:solidFill>
                <a:srgbClr val="CBD5E1"/>
              </a:solidFill>
              <a:latin typeface="Outfit"/>
            </a:endParaRPr>
          </a:p>
        </p:txBody>
      </p:sp>
      <p:pic>
        <p:nvPicPr>
          <p:cNvPr id="5" name="Picture 4">
            <a:extLst>
              <a:ext uri="{FF2B5EF4-FFF2-40B4-BE49-F238E27FC236}">
                <a16:creationId xmlns:a16="http://schemas.microsoft.com/office/drawing/2014/main" id="{2F53AE36-A47A-DFE6-A68E-25C5853E69A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869851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Graph 10: Plant Main Kiln Process Dynamics Multi-Variable Trajectories</a:t>
            </a:r>
          </a:p>
          <a:p>
            <a:pPr>
              <a:lnSpc>
                <a:spcPct val="110000"/>
              </a:lnSpc>
              <a:spcAft>
                <a:spcPts val="1200"/>
              </a:spcAft>
            </a:pPr>
            <a:r>
              <a:rPr lang="pt-PT" sz="1200">
                <a:solidFill>
                  <a:srgbClr val="CBD5E1"/>
                </a:solidFill>
                <a:latin typeface="Outfit"/>
              </a:rPr>
              <a:t>• Kinematic Drive Trajectories: Multi-dimensional trajectories mapping Kiln Feed, Main Coal, Calciner Coal, RDF Satellite, and Clinker Output.</a:t>
            </a:r>
          </a:p>
          <a:p>
            <a:pPr>
              <a:lnSpc>
                <a:spcPct val="110000"/>
              </a:lnSpc>
              <a:spcAft>
                <a:spcPts val="1200"/>
              </a:spcAft>
            </a:pPr>
            <a:r>
              <a:rPr lang="pt-PT" sz="1200">
                <a:solidFill>
                  <a:srgbClr val="CBD5E1"/>
                </a:solidFill>
                <a:latin typeface="Outfit"/>
              </a:rPr>
              <a:t>• Synchronized High-Throughput Cluster: High-feed trajectories demonstrate consistent fuel balance and stable thermal profiling without mechanical overload.</a:t>
            </a:r>
            <a:endParaRPr sz="1200" dirty="0">
              <a:solidFill>
                <a:srgbClr val="CBD5E1"/>
              </a:solidFill>
              <a:latin typeface="Outfit"/>
            </a:endParaRPr>
          </a:p>
        </p:txBody>
      </p:sp>
      <p:pic>
        <p:nvPicPr>
          <p:cNvPr id="5" name="Picture 4">
            <a:extLst>
              <a:ext uri="{FF2B5EF4-FFF2-40B4-BE49-F238E27FC236}">
                <a16:creationId xmlns:a16="http://schemas.microsoft.com/office/drawing/2014/main" id="{A75BD2D4-7824-14A2-F389-49F7E72A19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303394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792" y="347472"/>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7B: Section 2 Performance Summary Table (Thermal, Aerodynamics &amp; Quality)</a:t>
            </a:r>
            <a:endParaRPr sz="2200" b="1">
              <a:solidFill>
                <a:srgbClr val="FFFF00"/>
              </a:solidFill>
              <a:latin typeface="Space Grotesk"/>
            </a:endParaRPr>
          </a:p>
        </p:txBody>
      </p:sp>
      <p:graphicFrame>
        <p:nvGraphicFramePr>
          <p:cNvPr id="5" name="Table 4">
            <a:extLst>
              <a:ext uri="{FF2B5EF4-FFF2-40B4-BE49-F238E27FC236}">
                <a16:creationId xmlns:a16="http://schemas.microsoft.com/office/drawing/2014/main" id="{919DAFD7-C512-CA60-A7EF-6ECA4E330FCF}"/>
              </a:ext>
            </a:extLst>
          </p:cNvPr>
          <p:cNvGraphicFramePr>
            <a:graphicFrameLocks noGrp="1"/>
          </p:cNvGraphicFramePr>
          <p:nvPr>
            <p:extLst>
              <p:ext uri="{D42A27DB-BD31-4B8C-83A1-F6EECF244321}">
                <p14:modId xmlns:p14="http://schemas.microsoft.com/office/powerpoint/2010/main" val="119496519"/>
              </p:ext>
            </p:extLst>
          </p:nvPr>
        </p:nvGraphicFramePr>
        <p:xfrm>
          <a:off x="548792" y="1225296"/>
          <a:ext cx="10362895" cy="3600000"/>
        </p:xfrm>
        <a:graphic>
          <a:graphicData uri="http://schemas.openxmlformats.org/drawingml/2006/table">
            <a:tbl>
              <a:tblPr firstRow="1" bandRow="1">
                <a:tableStyleId>{5C22544A-7EE6-4342-B048-85BDC9FD1C3A}</a:tableStyleId>
              </a:tblPr>
              <a:tblGrid>
                <a:gridCol w="1295361">
                  <a:extLst>
                    <a:ext uri="{9D8B030D-6E8A-4147-A177-3AD203B41FA5}">
                      <a16:colId xmlns:a16="http://schemas.microsoft.com/office/drawing/2014/main" val="20000"/>
                    </a:ext>
                  </a:extLst>
                </a:gridCol>
                <a:gridCol w="1295361">
                  <a:extLst>
                    <a:ext uri="{9D8B030D-6E8A-4147-A177-3AD203B41FA5}">
                      <a16:colId xmlns:a16="http://schemas.microsoft.com/office/drawing/2014/main" val="20001"/>
                    </a:ext>
                  </a:extLst>
                </a:gridCol>
                <a:gridCol w="1295361">
                  <a:extLst>
                    <a:ext uri="{9D8B030D-6E8A-4147-A177-3AD203B41FA5}">
                      <a16:colId xmlns:a16="http://schemas.microsoft.com/office/drawing/2014/main" val="20002"/>
                    </a:ext>
                  </a:extLst>
                </a:gridCol>
                <a:gridCol w="1295361">
                  <a:extLst>
                    <a:ext uri="{9D8B030D-6E8A-4147-A177-3AD203B41FA5}">
                      <a16:colId xmlns:a16="http://schemas.microsoft.com/office/drawing/2014/main" val="20003"/>
                    </a:ext>
                  </a:extLst>
                </a:gridCol>
                <a:gridCol w="1295361">
                  <a:extLst>
                    <a:ext uri="{9D8B030D-6E8A-4147-A177-3AD203B41FA5}">
                      <a16:colId xmlns:a16="http://schemas.microsoft.com/office/drawing/2014/main" val="20004"/>
                    </a:ext>
                  </a:extLst>
                </a:gridCol>
                <a:gridCol w="1295361">
                  <a:extLst>
                    <a:ext uri="{9D8B030D-6E8A-4147-A177-3AD203B41FA5}">
                      <a16:colId xmlns:a16="http://schemas.microsoft.com/office/drawing/2014/main" val="20005"/>
                    </a:ext>
                  </a:extLst>
                </a:gridCol>
                <a:gridCol w="1295361">
                  <a:extLst>
                    <a:ext uri="{9D8B030D-6E8A-4147-A177-3AD203B41FA5}">
                      <a16:colId xmlns:a16="http://schemas.microsoft.com/office/drawing/2014/main" val="20006"/>
                    </a:ext>
                  </a:extLst>
                </a:gridCol>
                <a:gridCol w="1295368">
                  <a:extLst>
                    <a:ext uri="{9D8B030D-6E8A-4147-A177-3AD203B41FA5}">
                      <a16:colId xmlns:a16="http://schemas.microsoft.com/office/drawing/2014/main" val="20007"/>
                    </a:ext>
                  </a:extLst>
                </a:gridCol>
              </a:tblGrid>
              <a:tr h="400000">
                <a:tc>
                  <a:txBody>
                    <a:bodyPr/>
                    <a:lstStyle/>
                    <a:p>
                      <a:pPr algn="l"/>
                      <a:r>
                        <a:rPr lang="pt-PT" sz="1000" b="1">
                          <a:solidFill>
                            <a:srgbClr val="FFFFFF"/>
                          </a:solidFill>
                          <a:latin typeface="Arial" panose="020B0604020202020204" pitchFamily="34" charset="0"/>
                        </a:rPr>
                        <a:t>Operational Variable</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Min</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Q1</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Median</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Mean</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Q3</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Max</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TARGET CORRIDOR</a:t>
                      </a:r>
                      <a:endParaRPr sz="1000" b="1">
                        <a:solidFill>
                          <a:srgbClr val="FFFFFF"/>
                        </a:solidFill>
                        <a:latin typeface="Arial" panose="020B0604020202020204" pitchFamily="34" charset="0"/>
                      </a:endParaRPr>
                    </a:p>
                  </a:txBody>
                  <a:tcPr>
                    <a:solidFill>
                      <a:srgbClr val="0F2027"/>
                    </a:solidFill>
                  </a:tcPr>
                </a:tc>
                <a:extLst>
                  <a:ext uri="{0D108BD9-81ED-4DB2-BD59-A6C34878D82A}">
                    <a16:rowId xmlns:a16="http://schemas.microsoft.com/office/drawing/2014/main" val="10000"/>
                  </a:ext>
                </a:extLst>
              </a:tr>
              <a:tr h="400000">
                <a:tc>
                  <a:txBody>
                    <a:bodyPr/>
                    <a:lstStyle/>
                    <a:p>
                      <a:pPr algn="l"/>
                      <a:r>
                        <a:rPr lang="en-US" sz="950" b="1">
                          <a:solidFill>
                            <a:srgbClr val="E2E8F0"/>
                          </a:solidFill>
                          <a:latin typeface="Arial" panose="020B0604020202020204" pitchFamily="34" charset="0"/>
                        </a:rPr>
                        <a:t>SECONDARY_AIR_TEMP (°C)</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785.00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795.00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810.00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811.54</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825.00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1800.00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850.0–921.88 °C</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1"/>
                  </a:ext>
                </a:extLst>
              </a:tr>
              <a:tr h="400000">
                <a:tc>
                  <a:txBody>
                    <a:bodyPr/>
                    <a:lstStyle/>
                    <a:p>
                      <a:pPr algn="l"/>
                      <a:r>
                        <a:rPr lang="en-US" sz="950" b="1">
                          <a:solidFill>
                            <a:srgbClr val="E2E8F0"/>
                          </a:solidFill>
                          <a:latin typeface="Arial" panose="020B0604020202020204" pitchFamily="34" charset="0"/>
                        </a:rPr>
                        <a:t>TERTIARY_AIR_TEMP (°C)</a:t>
                      </a:r>
                      <a:endParaRPr sz="950" b="1">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400.00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580.00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605.00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606.79</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640.00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1100.00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939.27–993.36 °C</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2"/>
                  </a:ext>
                </a:extLst>
              </a:tr>
              <a:tr h="400000">
                <a:tc>
                  <a:txBody>
                    <a:bodyPr/>
                    <a:lstStyle/>
                    <a:p>
                      <a:pPr algn="l"/>
                      <a:r>
                        <a:rPr lang="pt-PT" sz="950" b="1">
                          <a:solidFill>
                            <a:srgbClr val="E2E8F0"/>
                          </a:solidFill>
                          <a:latin typeface="Arial" panose="020B0604020202020204" pitchFamily="34" charset="0"/>
                        </a:rPr>
                        <a:t>PRE_HEATER_OUTLET_O2 (%)</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3.47</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3.90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4.30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4.37</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4.80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20.83</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3.10–4.46 %</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3"/>
                  </a:ext>
                </a:extLst>
              </a:tr>
              <a:tr h="400000">
                <a:tc>
                  <a:txBody>
                    <a:bodyPr/>
                    <a:lstStyle/>
                    <a:p>
                      <a:pPr algn="l"/>
                      <a:r>
                        <a:rPr lang="pt-PT" sz="950" b="1">
                          <a:solidFill>
                            <a:srgbClr val="E2E8F0"/>
                          </a:solidFill>
                          <a:latin typeface="Arial" panose="020B0604020202020204" pitchFamily="34" charset="0"/>
                        </a:rPr>
                        <a:t>PRE_HEATER_OUTLET_CO (%)</a:t>
                      </a:r>
                      <a:endParaRPr sz="950" b="1">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0.020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0.035</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0.042</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0.043</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0.050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0.050</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0.020–0.050 %</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4"/>
                  </a:ext>
                </a:extLst>
              </a:tr>
              <a:tr h="400000">
                <a:tc>
                  <a:txBody>
                    <a:bodyPr/>
                    <a:lstStyle/>
                    <a:p>
                      <a:pPr algn="l"/>
                      <a:r>
                        <a:rPr lang="pt-PT" sz="950" b="1">
                          <a:solidFill>
                            <a:srgbClr val="E2E8F0"/>
                          </a:solidFill>
                          <a:latin typeface="Arial" panose="020B0604020202020204" pitchFamily="34" charset="0"/>
                        </a:rPr>
                        <a:t>NH3_CONSUMPTION (proxy)</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110.00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142.00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145.00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175.00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168.90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80.0–120.0 proxy</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5"/>
                  </a:ext>
                </a:extLst>
              </a:tr>
              <a:tr h="400000">
                <a:tc>
                  <a:txBody>
                    <a:bodyPr/>
                    <a:lstStyle/>
                    <a:p>
                      <a:pPr algn="l"/>
                      <a:r>
                        <a:rPr lang="pt-PT" sz="950" b="1">
                          <a:solidFill>
                            <a:srgbClr val="E2E8F0"/>
                          </a:solidFill>
                          <a:latin typeface="Arial" panose="020B0604020202020204" pitchFamily="34" charset="0"/>
                        </a:rPr>
                        <a:t>KLINKER_SCAO / Free Lime (%)</a:t>
                      </a:r>
                      <a:endParaRPr sz="950" b="1">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0.98</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1.65</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1.98</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2.03</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2.40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2.45</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0.98–1.50 %</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6"/>
                  </a:ext>
                </a:extLst>
              </a:tr>
              <a:tr h="400000">
                <a:tc>
                  <a:txBody>
                    <a:bodyPr/>
                    <a:lstStyle/>
                    <a:p>
                      <a:pPr algn="l"/>
                      <a:r>
                        <a:rPr lang="en-US" sz="950" b="1">
                          <a:solidFill>
                            <a:srgbClr val="E2E8F0"/>
                          </a:solidFill>
                          <a:latin typeface="Arial" panose="020B0604020202020204" pitchFamily="34" charset="0"/>
                        </a:rPr>
                        <a:t>KLINKER_C3S (%)</a:t>
                      </a:r>
                      <a:endParaRPr sz="950" b="1">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57.05</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58.20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59.10</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59.18</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60.15</a:t>
                      </a:r>
                      <a:endParaRPr sz="950" b="0">
                        <a:solidFill>
                          <a:srgbClr val="E2E8F0"/>
                        </a:solidFill>
                        <a:latin typeface="Arial" panose="020B0604020202020204" pitchFamily="34" charset="0"/>
                      </a:endParaRPr>
                    </a:p>
                  </a:txBody>
                  <a:tcPr>
                    <a:solidFill>
                      <a:srgbClr val="1E293B"/>
                    </a:solidFill>
                  </a:tcPr>
                </a:tc>
                <a:tc>
                  <a:txBody>
                    <a:bodyPr/>
                    <a:lstStyle/>
                    <a:p>
                      <a:pPr algn="ctr"/>
                      <a:r>
                        <a:rPr lang="en-DE" sz="950" b="0">
                          <a:solidFill>
                            <a:srgbClr val="E2E8F0"/>
                          </a:solidFill>
                          <a:latin typeface="Arial" panose="020B0604020202020204" pitchFamily="34" charset="0"/>
                        </a:rPr>
                        <a:t>63.90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59.60–63.90 %</a:t>
                      </a:r>
                      <a:endParaRPr sz="950" b="1" dirty="0">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7"/>
                  </a:ext>
                </a:extLst>
              </a:tr>
              <a:tr h="400000">
                <a:tc>
                  <a:txBody>
                    <a:bodyPr/>
                    <a:lstStyle/>
                    <a:p>
                      <a:pPr algn="l"/>
                      <a:r>
                        <a:rPr lang="pl-PL" sz="950" b="1">
                          <a:solidFill>
                            <a:srgbClr val="E2E8F0"/>
                          </a:solidFill>
                          <a:latin typeface="Arial" panose="020B0604020202020204" pitchFamily="34" charset="0"/>
                        </a:rPr>
                        <a:t>COOLER_FAN_KW (kW)</a:t>
                      </a:r>
                      <a:endParaRPr sz="950" b="1">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250.00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320.00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350.00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365.20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390.00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en-DE" sz="950" b="0">
                          <a:solidFill>
                            <a:srgbClr val="E2E8F0"/>
                          </a:solidFill>
                          <a:latin typeface="Arial" panose="020B0604020202020204" pitchFamily="34" charset="0"/>
                        </a:rPr>
                        <a:t>480.00</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dirty="0">
                          <a:solidFill>
                            <a:srgbClr val="E2E8F0"/>
                          </a:solidFill>
                          <a:latin typeface="Arial" panose="020B0604020202020204" pitchFamily="34" charset="0"/>
                        </a:rPr>
                        <a:t>340.76–402.82 kW</a:t>
                      </a:r>
                      <a:endParaRPr sz="950" b="1" dirty="0">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823057800"/>
                  </a:ext>
                </a:extLst>
              </a:tr>
            </a:tbl>
          </a:graphicData>
        </a:graphic>
      </p:graphicFrame>
    </p:spTree>
    <p:extLst>
      <p:ext uri="{BB962C8B-B14F-4D97-AF65-F5344CB8AC3E}">
        <p14:creationId xmlns:p14="http://schemas.microsoft.com/office/powerpoint/2010/main" val="3132366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8A: 3D Quality &amp; Thermal Space (Secondary Air × Free Lime × C3S)</a:t>
            </a:r>
          </a:p>
          <a:p>
            <a:pPr>
              <a:lnSpc>
                <a:spcPct val="110000"/>
              </a:lnSpc>
              <a:spcAft>
                <a:spcPts val="1200"/>
              </a:spcAft>
            </a:pPr>
            <a:r>
              <a:rPr lang="en-US" sz="1200">
                <a:solidFill>
                  <a:srgbClr val="CBD5E1"/>
                </a:solidFill>
                <a:latin typeface="Outfit"/>
              </a:rPr>
              <a:t>• Multi-Dimensional Quality Mapping: Visualizing clinker mineralogy as a simultaneous function of Secondary Air Temp, Free Lime (fCaO), and C3S content.</a:t>
            </a:r>
          </a:p>
          <a:p>
            <a:pPr>
              <a:lnSpc>
                <a:spcPct val="110000"/>
              </a:lnSpc>
              <a:spcAft>
                <a:spcPts val="1200"/>
              </a:spcAft>
            </a:pPr>
            <a:r>
              <a:rPr lang="en-US" sz="1200">
                <a:solidFill>
                  <a:srgbClr val="CBD5E1"/>
                </a:solidFill>
                <a:latin typeface="Outfit"/>
              </a:rPr>
              <a:t>• Golden Quality Cluster: High-strength, sound clinker (C3S 60–63%, fCaO &lt; 1.5%) forms a tight operational cluster at secondary air temperatures above 950°C.</a:t>
            </a:r>
            <a:endParaRPr sz="1200" dirty="0">
              <a:solidFill>
                <a:srgbClr val="CBD5E1"/>
              </a:solidFill>
              <a:latin typeface="Outfit"/>
            </a:endParaRPr>
          </a:p>
        </p:txBody>
      </p:sp>
      <p:pic>
        <p:nvPicPr>
          <p:cNvPr id="5" name="Picture 4">
            <a:extLst>
              <a:ext uri="{FF2B5EF4-FFF2-40B4-BE49-F238E27FC236}">
                <a16:creationId xmlns:a16="http://schemas.microsoft.com/office/drawing/2014/main" id="{68038CB3-1F2C-E168-15C2-0B7005B279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145625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STEP 8B: 3D Cooler &amp; Fuel Efficiency Space (RDF × Coal × Secondary Air)</a:t>
            </a:r>
          </a:p>
          <a:p>
            <a:pPr>
              <a:lnSpc>
                <a:spcPct val="110000"/>
              </a:lnSpc>
              <a:spcAft>
                <a:spcPts val="1200"/>
              </a:spcAft>
            </a:pPr>
            <a:r>
              <a:rPr lang="pt-PT" sz="1200">
                <a:solidFill>
                  <a:srgbClr val="CBD5E1"/>
                </a:solidFill>
                <a:latin typeface="Outfit"/>
              </a:rPr>
              <a:t>• Plant Golden Zone Mapping: 3D envelopes map the exact combination of Fuel Split (RDF vs Coal) and Recuperation (Secondary Air Temp) yielding maximum efficiency.</a:t>
            </a:r>
          </a:p>
          <a:p>
            <a:pPr>
              <a:lnSpc>
                <a:spcPct val="110000"/>
              </a:lnSpc>
              <a:spcAft>
                <a:spcPts val="1200"/>
              </a:spcAft>
            </a:pPr>
            <a:r>
              <a:rPr lang="pt-PT" sz="1200">
                <a:solidFill>
                  <a:srgbClr val="CBD5E1"/>
                </a:solidFill>
                <a:latin typeface="Outfit"/>
              </a:rPr>
              <a:t>• Thermal Baseload Optimization: Sustaining RDF between 13–20 t/h while holding secondary air &gt;950°C achieves structural fuel cost minimization at peak clinker yield.</a:t>
            </a:r>
            <a:endParaRPr sz="1200" dirty="0">
              <a:solidFill>
                <a:srgbClr val="CBD5E1"/>
              </a:solidFill>
              <a:latin typeface="Outfit"/>
            </a:endParaRPr>
          </a:p>
        </p:txBody>
      </p:sp>
      <p:pic>
        <p:nvPicPr>
          <p:cNvPr id="5" name="Picture 4">
            <a:extLst>
              <a:ext uri="{FF2B5EF4-FFF2-40B4-BE49-F238E27FC236}">
                <a16:creationId xmlns:a16="http://schemas.microsoft.com/office/drawing/2014/main" id="{22D0A97D-FABC-9040-8D6C-7DCEE339A83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202965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3921" y="146304"/>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9: THE GOLDEN BATCH OPERATING WINDOW DEFINITION (PLANT OPERATIONS)</a:t>
            </a:r>
            <a:endParaRPr sz="2200" b="1" dirty="0">
              <a:solidFill>
                <a:srgbClr val="FFFF00"/>
              </a:solidFill>
              <a:latin typeface="Space Grotesk"/>
            </a:endParaRPr>
          </a:p>
        </p:txBody>
      </p:sp>
      <p:graphicFrame>
        <p:nvGraphicFramePr>
          <p:cNvPr id="5" name="Table 4">
            <a:extLst>
              <a:ext uri="{FF2B5EF4-FFF2-40B4-BE49-F238E27FC236}">
                <a16:creationId xmlns:a16="http://schemas.microsoft.com/office/drawing/2014/main" id="{C1752CF0-07D3-D1F2-2987-C3FF63B7D5C5}"/>
              </a:ext>
            </a:extLst>
          </p:cNvPr>
          <p:cNvGraphicFramePr>
            <a:graphicFrameLocks noGrp="1"/>
          </p:cNvGraphicFramePr>
          <p:nvPr>
            <p:extLst>
              <p:ext uri="{D42A27DB-BD31-4B8C-83A1-F6EECF244321}">
                <p14:modId xmlns:p14="http://schemas.microsoft.com/office/powerpoint/2010/main" val="942576581"/>
              </p:ext>
            </p:extLst>
          </p:nvPr>
        </p:nvGraphicFramePr>
        <p:xfrm>
          <a:off x="1405545" y="852255"/>
          <a:ext cx="9104865" cy="4452770"/>
        </p:xfrm>
        <a:graphic>
          <a:graphicData uri="http://schemas.openxmlformats.org/drawingml/2006/table">
            <a:tbl>
              <a:tblPr firstRow="1" bandRow="1">
                <a:tableStyleId>{5C22544A-7EE6-4342-B048-85BDC9FD1C3A}</a:tableStyleId>
              </a:tblPr>
              <a:tblGrid>
                <a:gridCol w="1820973">
                  <a:extLst>
                    <a:ext uri="{9D8B030D-6E8A-4147-A177-3AD203B41FA5}">
                      <a16:colId xmlns:a16="http://schemas.microsoft.com/office/drawing/2014/main" val="20000"/>
                    </a:ext>
                  </a:extLst>
                </a:gridCol>
                <a:gridCol w="1820973">
                  <a:extLst>
                    <a:ext uri="{9D8B030D-6E8A-4147-A177-3AD203B41FA5}">
                      <a16:colId xmlns:a16="http://schemas.microsoft.com/office/drawing/2014/main" val="20001"/>
                    </a:ext>
                  </a:extLst>
                </a:gridCol>
                <a:gridCol w="1820973">
                  <a:extLst>
                    <a:ext uri="{9D8B030D-6E8A-4147-A177-3AD203B41FA5}">
                      <a16:colId xmlns:a16="http://schemas.microsoft.com/office/drawing/2014/main" val="20002"/>
                    </a:ext>
                  </a:extLst>
                </a:gridCol>
                <a:gridCol w="1820973">
                  <a:extLst>
                    <a:ext uri="{9D8B030D-6E8A-4147-A177-3AD203B41FA5}">
                      <a16:colId xmlns:a16="http://schemas.microsoft.com/office/drawing/2014/main" val="20003"/>
                    </a:ext>
                  </a:extLst>
                </a:gridCol>
                <a:gridCol w="1820973">
                  <a:extLst>
                    <a:ext uri="{9D8B030D-6E8A-4147-A177-3AD203B41FA5}">
                      <a16:colId xmlns:a16="http://schemas.microsoft.com/office/drawing/2014/main" val="1120368673"/>
                    </a:ext>
                  </a:extLst>
                </a:gridCol>
              </a:tblGrid>
              <a:tr h="357154">
                <a:tc>
                  <a:txBody>
                    <a:bodyPr/>
                    <a:lstStyle/>
                    <a:p>
                      <a:pPr algn="l">
                        <a:defRPr sz="950"/>
                      </a:pPr>
                      <a:r>
                        <a:rPr lang="pt-PT" sz="1000" b="1">
                          <a:solidFill>
                            <a:srgbClr val="FFFFFF"/>
                          </a:solidFill>
                          <a:latin typeface="Arial" panose="020B0604020202020204" pitchFamily="34" charset="0"/>
                          <a:cs typeface="Arial" panose="020B0604020202020204" pitchFamily="34" charset="0"/>
                        </a:rPr>
                        <a:t>Operational Variable</a:t>
                      </a:r>
                      <a:endParaRPr sz="1000" b="1" dirty="0">
                        <a:solidFill>
                          <a:srgbClr val="FFFFFF"/>
                        </a:solidFill>
                        <a:latin typeface="Arial" panose="020B0604020202020204" pitchFamily="34" charset="0"/>
                        <a:cs typeface="Arial" panose="020B0604020202020204" pitchFamily="34" charset="0"/>
                      </a:endParaRPr>
                    </a:p>
                  </a:txBody>
                  <a:tcPr>
                    <a:solidFill>
                      <a:srgbClr val="0F2027"/>
                    </a:solidFill>
                  </a:tcPr>
                </a:tc>
                <a:tc>
                  <a:txBody>
                    <a:bodyPr/>
                    <a:lstStyle/>
                    <a:p>
                      <a:pPr algn="ctr">
                        <a:defRPr sz="950"/>
                      </a:pPr>
                      <a:r>
                        <a:rPr lang="pt-PT" sz="1000" b="1">
                          <a:solidFill>
                            <a:srgbClr val="FFFFFF"/>
                          </a:solidFill>
                          <a:latin typeface="Arial" panose="020B0604020202020204" pitchFamily="34" charset="0"/>
                          <a:cs typeface="Arial" panose="020B0604020202020204" pitchFamily="34" charset="0"/>
                        </a:rPr>
                        <a:t>Golden Batch Lower</a:t>
                      </a:r>
                      <a:endParaRPr sz="1000" b="1">
                        <a:solidFill>
                          <a:srgbClr val="FFFFFF"/>
                        </a:solidFill>
                        <a:latin typeface="Arial" panose="020B0604020202020204" pitchFamily="34" charset="0"/>
                        <a:cs typeface="Arial" panose="020B0604020202020204" pitchFamily="34" charset="0"/>
                      </a:endParaRPr>
                    </a:p>
                  </a:txBody>
                  <a:tcPr>
                    <a:solidFill>
                      <a:srgbClr val="0F2027"/>
                    </a:solidFill>
                  </a:tcPr>
                </a:tc>
                <a:tc>
                  <a:txBody>
                    <a:bodyPr/>
                    <a:lstStyle/>
                    <a:p>
                      <a:pPr algn="ctr">
                        <a:defRPr sz="950"/>
                      </a:pPr>
                      <a:r>
                        <a:rPr lang="pt-PT" sz="1000" b="1">
                          <a:solidFill>
                            <a:srgbClr val="FFFFFF"/>
                          </a:solidFill>
                          <a:latin typeface="Arial" panose="020B0604020202020204" pitchFamily="34" charset="0"/>
                          <a:cs typeface="Arial" panose="020B0604020202020204" pitchFamily="34" charset="0"/>
                        </a:rPr>
                        <a:t>Golden Batch Upper</a:t>
                      </a:r>
                      <a:endParaRPr sz="1000" b="1">
                        <a:solidFill>
                          <a:srgbClr val="FFFFFF"/>
                        </a:solidFill>
                        <a:latin typeface="Arial" panose="020B0604020202020204" pitchFamily="34" charset="0"/>
                        <a:cs typeface="Arial" panose="020B0604020202020204" pitchFamily="34" charset="0"/>
                      </a:endParaRPr>
                    </a:p>
                  </a:txBody>
                  <a:tcPr>
                    <a:solidFill>
                      <a:srgbClr val="0F2027"/>
                    </a:solidFill>
                  </a:tcPr>
                </a:tc>
                <a:tc>
                  <a:txBody>
                    <a:bodyPr/>
                    <a:lstStyle/>
                    <a:p>
                      <a:pPr algn="ctr">
                        <a:defRPr sz="950"/>
                      </a:pPr>
                      <a:r>
                        <a:rPr lang="pt-PT" sz="1000" b="1">
                          <a:solidFill>
                            <a:srgbClr val="FFFFFF"/>
                          </a:solidFill>
                          <a:latin typeface="Arial" panose="020B0604020202020204" pitchFamily="34" charset="0"/>
                          <a:cs typeface="Arial" panose="020B0604020202020204" pitchFamily="34" charset="0"/>
                        </a:rPr>
                        <a:t>Current Mean</a:t>
                      </a:r>
                      <a:endParaRPr sz="1000" b="1">
                        <a:solidFill>
                          <a:srgbClr val="FFFFFF"/>
                        </a:solidFill>
                        <a:latin typeface="Arial" panose="020B0604020202020204" pitchFamily="34" charset="0"/>
                        <a:cs typeface="Arial" panose="020B0604020202020204" pitchFamily="34" charset="0"/>
                      </a:endParaRPr>
                    </a:p>
                  </a:txBody>
                  <a:tcPr>
                    <a:solidFill>
                      <a:srgbClr val="0F2027"/>
                    </a:solidFill>
                  </a:tcPr>
                </a:tc>
                <a:tc>
                  <a:txBody>
                    <a:bodyPr/>
                    <a:lstStyle/>
                    <a:p>
                      <a:pPr algn="ctr">
                        <a:defRPr sz="950"/>
                      </a:pPr>
                      <a:r>
                        <a:rPr lang="pt-PT" sz="1000" b="1">
                          <a:solidFill>
                            <a:srgbClr val="FFFFFF"/>
                          </a:solidFill>
                          <a:latin typeface="Arial" panose="020B0604020202020204" pitchFamily="34" charset="0"/>
                          <a:cs typeface="Arial" panose="020B0604020202020204" pitchFamily="34" charset="0"/>
                        </a:rPr>
                        <a:t>Optimization Gap</a:t>
                      </a:r>
                      <a:endParaRPr sz="1000" b="1">
                        <a:solidFill>
                          <a:srgbClr val="FFFFFF"/>
                        </a:solidFill>
                        <a:latin typeface="Arial" panose="020B0604020202020204" pitchFamily="34" charset="0"/>
                        <a:cs typeface="Arial" panose="020B0604020202020204" pitchFamily="34" charset="0"/>
                      </a:endParaRPr>
                    </a:p>
                  </a:txBody>
                  <a:tcPr>
                    <a:solidFill>
                      <a:srgbClr val="0F2027"/>
                    </a:solidFill>
                  </a:tcPr>
                </a:tc>
                <a:extLst>
                  <a:ext uri="{0D108BD9-81ED-4DB2-BD59-A6C34878D82A}">
                    <a16:rowId xmlns:a16="http://schemas.microsoft.com/office/drawing/2014/main" val="10000"/>
                  </a:ext>
                </a:extLst>
              </a:tr>
              <a:tr h="357154">
                <a:tc>
                  <a:txBody>
                    <a:bodyPr/>
                    <a:lstStyle/>
                    <a:p>
                      <a:pPr marL="0" algn="l" defTabSz="914400" rtl="0" eaLnBrk="1" latinLnBrk="0" hangingPunct="1">
                        <a:defRPr sz="950"/>
                      </a:pPr>
                      <a:r>
                        <a:rPr lang="en-US" sz="950" b="1" kern="1200" dirty="0" err="1">
                          <a:solidFill>
                            <a:srgbClr val="E2E8F0"/>
                          </a:solidFill>
                          <a:latin typeface="Arial" panose="020B0604020202020204" pitchFamily="34" charset="0"/>
                          <a:ea typeface="+mn-ea"/>
                          <a:cs typeface="Arial" panose="020B0604020202020204" pitchFamily="34" charset="0"/>
                        </a:rPr>
                        <a:t>Clinker_Production_tph</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240.00</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260.00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221.58</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+18.42 to +38.42 t/h (+8.31%)</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01"/>
                  </a:ext>
                </a:extLst>
              </a:tr>
              <a:tr h="357154">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KILN_FEED</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369.00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dirty="0">
                          <a:solidFill>
                            <a:srgbClr val="E2E8F0"/>
                          </a:solidFill>
                          <a:latin typeface="Arial" panose="020B0604020202020204" pitchFamily="34" charset="0"/>
                          <a:ea typeface="+mn-ea"/>
                          <a:cs typeface="Arial" panose="020B0604020202020204" pitchFamily="34" charset="0"/>
                        </a:rPr>
                        <a:t>400.00</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340.90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+28.10 to +59.10 t/h</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extLst>
                  <a:ext uri="{0D108BD9-81ED-4DB2-BD59-A6C34878D82A}">
                    <a16:rowId xmlns:a16="http://schemas.microsoft.com/office/drawing/2014/main" val="10002"/>
                  </a:ext>
                </a:extLst>
              </a:tr>
              <a:tr h="357154">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KILN_SPEED</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3.22</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3.50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3.11</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+0.11 to +0.39 rpm</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03"/>
                  </a:ext>
                </a:extLst>
              </a:tr>
              <a:tr h="357154">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KILN_MAIN_DRIVE_(M02)_CURRENT</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dirty="0">
                          <a:solidFill>
                            <a:srgbClr val="E2E8F0"/>
                          </a:solidFill>
                          <a:latin typeface="Arial" panose="020B0604020202020204" pitchFamily="34" charset="0"/>
                          <a:ea typeface="+mn-ea"/>
                          <a:cs typeface="Arial" panose="020B0604020202020204" pitchFamily="34" charset="0"/>
                        </a:rPr>
                        <a:t>295.47</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318.40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DE" sz="950" b="0" kern="1200">
                          <a:solidFill>
                            <a:srgbClr val="E2E8F0"/>
                          </a:solidFill>
                          <a:latin typeface="Arial" panose="020B0604020202020204" pitchFamily="34" charset="0"/>
                          <a:ea typeface="+mn-ea"/>
                          <a:cs typeface="Arial" panose="020B0604020202020204" pitchFamily="34" charset="0"/>
                        </a:rPr>
                        <a:t>179.22</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+116.25 to +139.18 A</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extLst>
                  <a:ext uri="{0D108BD9-81ED-4DB2-BD59-A6C34878D82A}">
                    <a16:rowId xmlns:a16="http://schemas.microsoft.com/office/drawing/2014/main" val="10004"/>
                  </a:ext>
                </a:extLst>
              </a:tr>
              <a:tr h="357154">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MAIN_BURNER_COAL</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8.81</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9.71</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8.90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Near Optimal (Baseload Tuning)</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05"/>
                  </a:ext>
                </a:extLst>
              </a:tr>
              <a:tr h="357154">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CALCINER_COAL</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8.88</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16.04</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DE" sz="950" b="0" kern="1200">
                          <a:solidFill>
                            <a:srgbClr val="E2E8F0"/>
                          </a:solidFill>
                          <a:latin typeface="Arial" panose="020B0604020202020204" pitchFamily="34" charset="0"/>
                          <a:ea typeface="+mn-ea"/>
                          <a:cs typeface="Arial" panose="020B0604020202020204" pitchFamily="34" charset="0"/>
                        </a:rPr>
                        <a:t>11.49</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Near Optimal (Fuel Split Tuning)</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extLst>
                  <a:ext uri="{0D108BD9-81ED-4DB2-BD59-A6C34878D82A}">
                    <a16:rowId xmlns:a16="http://schemas.microsoft.com/office/drawing/2014/main" val="10006"/>
                  </a:ext>
                </a:extLst>
              </a:tr>
              <a:tr h="357154">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RDF_SATELLITEBURNER</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10.00</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13.93</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7.41</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+2.59 to +6.52 t/h (Substitution)</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07"/>
                  </a:ext>
                </a:extLst>
              </a:tr>
              <a:tr h="357154">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PRE_HEATER_OUTLET_O2</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3.10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4.46</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4.37</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Near Optimal (Excess Air Trim)</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extLst>
                  <a:ext uri="{0D108BD9-81ED-4DB2-BD59-A6C34878D82A}">
                    <a16:rowId xmlns:a16="http://schemas.microsoft.com/office/drawing/2014/main" val="10008"/>
                  </a:ext>
                </a:extLst>
              </a:tr>
              <a:tr h="357154">
                <a:tc>
                  <a:txBody>
                    <a:bodyPr/>
                    <a:lstStyle/>
                    <a:p>
                      <a:pPr marL="0" algn="l" defTabSz="914400" rtl="0" eaLnBrk="1" latinLnBrk="0" hangingPunct="1">
                        <a:defRPr sz="950"/>
                      </a:pPr>
                      <a:r>
                        <a:rPr lang="sv-SE" sz="950" b="1" kern="1200">
                          <a:solidFill>
                            <a:srgbClr val="E2E8F0"/>
                          </a:solidFill>
                          <a:latin typeface="Arial" panose="020B0604020202020204" pitchFamily="34" charset="0"/>
                          <a:ea typeface="+mn-ea"/>
                          <a:cs typeface="Arial" panose="020B0604020202020204" pitchFamily="34" charset="0"/>
                        </a:rPr>
                        <a:t>SECONDARY_AIR_TEMP</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850.00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921.88</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811.54</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+38.46 to +110.34 °C</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09"/>
                  </a:ext>
                </a:extLst>
              </a:tr>
              <a:tr h="357154">
                <a:tc>
                  <a:txBody>
                    <a:bodyPr/>
                    <a:lstStyle/>
                    <a:p>
                      <a:pPr marL="0" algn="l" defTabSz="914400" rtl="0" eaLnBrk="1" latinLnBrk="0" hangingPunct="1">
                        <a:defRPr sz="950"/>
                      </a:pPr>
                      <a:r>
                        <a:rPr lang="pt-PT" sz="950" b="1" kern="1200">
                          <a:solidFill>
                            <a:srgbClr val="E2E8F0"/>
                          </a:solidFill>
                          <a:latin typeface="Arial" panose="020B0604020202020204" pitchFamily="34" charset="0"/>
                          <a:ea typeface="+mn-ea"/>
                          <a:cs typeface="Arial" panose="020B0604020202020204" pitchFamily="34" charset="0"/>
                        </a:rPr>
                        <a:t>KLINKER_SCAO (Free Lime)</a:t>
                      </a:r>
                      <a:endParaRPr sz="950" b="1"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0.98</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1.50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2.03</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tc>
                  <a:txBody>
                    <a:bodyPr/>
                    <a:lstStyle/>
                    <a:p>
                      <a:pPr marL="0" algn="l" defTabSz="914400" rtl="0" eaLnBrk="1" latinLnBrk="0" hangingPunct="1">
                        <a:defRPr sz="950"/>
                      </a:pPr>
                      <a:r>
                        <a:rPr lang="en-US" sz="950" b="1" kern="1200">
                          <a:solidFill>
                            <a:srgbClr val="E2E8F0"/>
                          </a:solidFill>
                          <a:latin typeface="Arial" panose="020B0604020202020204" pitchFamily="34" charset="0"/>
                          <a:ea typeface="+mn-ea"/>
                          <a:cs typeface="Arial" panose="020B0604020202020204" pitchFamily="34" charset="0"/>
                        </a:rPr>
                        <a:t>-0.53 to -1.05% (Soundness Guardrail)</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71F2D"/>
                    </a:solidFill>
                  </a:tcPr>
                </a:tc>
                <a:extLst>
                  <a:ext uri="{0D108BD9-81ED-4DB2-BD59-A6C34878D82A}">
                    <a16:rowId xmlns:a16="http://schemas.microsoft.com/office/drawing/2014/main" val="10010"/>
                  </a:ext>
                </a:extLst>
              </a:tr>
              <a:tr h="357154">
                <a:tc>
                  <a:txBody>
                    <a:bodyPr/>
                    <a:lstStyle/>
                    <a:p>
                      <a:pPr marL="0" algn="l" defTabSz="914400" rtl="0" eaLnBrk="1" latinLnBrk="0" hangingPunct="1">
                        <a:defRPr sz="950"/>
                      </a:pPr>
                      <a:r>
                        <a:rPr lang="pt-PT" sz="950" b="1" kern="1200" dirty="0">
                          <a:solidFill>
                            <a:srgbClr val="E2E8F0"/>
                          </a:solidFill>
                          <a:latin typeface="Arial" panose="020B0604020202020204" pitchFamily="34" charset="0"/>
                          <a:ea typeface="+mn-ea"/>
                          <a:cs typeface="Arial" panose="020B0604020202020204" pitchFamily="34" charset="0"/>
                        </a:rPr>
                        <a:t>KLINKER_C3S (Alite)</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59.60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pt-PT" sz="950" b="0" kern="1200">
                          <a:solidFill>
                            <a:srgbClr val="E2E8F0"/>
                          </a:solidFill>
                          <a:latin typeface="Arial" panose="020B0604020202020204" pitchFamily="34" charset="0"/>
                          <a:ea typeface="+mn-ea"/>
                          <a:cs typeface="Arial" panose="020B0604020202020204" pitchFamily="34" charset="0"/>
                        </a:rPr>
                        <a:t>63.90</a:t>
                      </a:r>
                      <a:endParaRPr sz="950" b="0" kern="120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0" kern="1200">
                          <a:solidFill>
                            <a:srgbClr val="E2E8F0"/>
                          </a:solidFill>
                          <a:latin typeface="Arial" panose="020B0604020202020204" pitchFamily="34" charset="0"/>
                          <a:ea typeface="+mn-ea"/>
                          <a:cs typeface="Arial" panose="020B0604020202020204" pitchFamily="34" charset="0"/>
                        </a:rPr>
                        <a:t>59.18</a:t>
                      </a:r>
                      <a:endParaRPr sz="950" b="0"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tc>
                  <a:txBody>
                    <a:bodyPr/>
                    <a:lstStyle/>
                    <a:p>
                      <a:pPr marL="0" algn="l" defTabSz="914400" rtl="0" eaLnBrk="1" latinLnBrk="0" hangingPunct="1">
                        <a:defRPr sz="950"/>
                      </a:pPr>
                      <a:r>
                        <a:rPr lang="en-US" sz="950" b="1" kern="1200" dirty="0">
                          <a:solidFill>
                            <a:srgbClr val="E2E8F0"/>
                          </a:solidFill>
                          <a:latin typeface="Arial" panose="020B0604020202020204" pitchFamily="34" charset="0"/>
                          <a:ea typeface="+mn-ea"/>
                          <a:cs typeface="Arial" panose="020B0604020202020204" pitchFamily="34" charset="0"/>
                        </a:rPr>
                        <a:t>+0.42 to +4.72% (28-Day Strength)</a:t>
                      </a:r>
                      <a:endParaRPr sz="950" b="1" kern="1200" dirty="0">
                        <a:solidFill>
                          <a:srgbClr val="E2E8F0"/>
                        </a:solidFill>
                        <a:latin typeface="Arial" panose="020B0604020202020204" pitchFamily="34" charset="0"/>
                        <a:ea typeface="+mn-ea"/>
                        <a:cs typeface="Arial" panose="020B0604020202020204" pitchFamily="34" charset="0"/>
                      </a:endParaRPr>
                    </a:p>
                  </a:txBody>
                  <a:tcPr>
                    <a:solidFill>
                      <a:srgbClr val="1E293B"/>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6720514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1228" y="365760"/>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10: BUSINESS CASE &amp; VALUE QUANTIFICATION (OPPORTUNITY SUMMARY)</a:t>
            </a:r>
            <a:endParaRPr sz="2200" b="1" dirty="0">
              <a:solidFill>
                <a:srgbClr val="FFFF00"/>
              </a:solidFill>
              <a:latin typeface="Space Grotesk"/>
            </a:endParaRPr>
          </a:p>
        </p:txBody>
      </p:sp>
      <p:graphicFrame>
        <p:nvGraphicFramePr>
          <p:cNvPr id="5" name="Table 4">
            <a:extLst>
              <a:ext uri="{FF2B5EF4-FFF2-40B4-BE49-F238E27FC236}">
                <a16:creationId xmlns:a16="http://schemas.microsoft.com/office/drawing/2014/main" id="{0289D38C-4777-A3AD-64E8-AD85AD8D8795}"/>
              </a:ext>
            </a:extLst>
          </p:cNvPr>
          <p:cNvGraphicFramePr>
            <a:graphicFrameLocks noGrp="1"/>
          </p:cNvGraphicFramePr>
          <p:nvPr>
            <p:extLst>
              <p:ext uri="{D42A27DB-BD31-4B8C-83A1-F6EECF244321}">
                <p14:modId xmlns:p14="http://schemas.microsoft.com/office/powerpoint/2010/main" val="2579248153"/>
              </p:ext>
            </p:extLst>
          </p:nvPr>
        </p:nvGraphicFramePr>
        <p:xfrm>
          <a:off x="2385376" y="1706133"/>
          <a:ext cx="7202244" cy="2032948"/>
        </p:xfrm>
        <a:graphic>
          <a:graphicData uri="http://schemas.openxmlformats.org/drawingml/2006/table">
            <a:tbl>
              <a:tblPr firstRow="1" bandRow="1">
                <a:tableStyleId>{5C22544A-7EE6-4342-B048-85BDC9FD1C3A}</a:tableStyleId>
              </a:tblPr>
              <a:tblGrid>
                <a:gridCol w="2400748">
                  <a:extLst>
                    <a:ext uri="{9D8B030D-6E8A-4147-A177-3AD203B41FA5}">
                      <a16:colId xmlns:a16="http://schemas.microsoft.com/office/drawing/2014/main" val="20000"/>
                    </a:ext>
                  </a:extLst>
                </a:gridCol>
                <a:gridCol w="2400748">
                  <a:extLst>
                    <a:ext uri="{9D8B030D-6E8A-4147-A177-3AD203B41FA5}">
                      <a16:colId xmlns:a16="http://schemas.microsoft.com/office/drawing/2014/main" val="20001"/>
                    </a:ext>
                  </a:extLst>
                </a:gridCol>
                <a:gridCol w="2400748">
                  <a:extLst>
                    <a:ext uri="{9D8B030D-6E8A-4147-A177-3AD203B41FA5}">
                      <a16:colId xmlns:a16="http://schemas.microsoft.com/office/drawing/2014/main" val="4146149432"/>
                    </a:ext>
                  </a:extLst>
                </a:gridCol>
              </a:tblGrid>
              <a:tr h="640574">
                <a:tc>
                  <a:txBody>
                    <a:bodyPr/>
                    <a:lstStyle/>
                    <a:p>
                      <a:pPr algn="l"/>
                      <a:r>
                        <a:rPr lang="pt-PT" sz="1000" b="1" dirty="0">
                          <a:solidFill>
                            <a:srgbClr val="FFFFFF"/>
                          </a:solidFill>
                          <a:latin typeface="Arial" panose="020B0604020202020204" pitchFamily="34" charset="0"/>
                        </a:rPr>
                        <a:t>Financial Optimization Opportunity</a:t>
                      </a:r>
                      <a:endParaRPr sz="1000" b="1" dirty="0">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Physical Operational Quantity</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Percentage Gain</a:t>
                      </a:r>
                      <a:endParaRPr sz="1000" b="1">
                        <a:solidFill>
                          <a:srgbClr val="FFFFFF"/>
                        </a:solidFill>
                        <a:latin typeface="Arial" panose="020B0604020202020204" pitchFamily="34" charset="0"/>
                      </a:endParaRPr>
                    </a:p>
                  </a:txBody>
                  <a:tcPr>
                    <a:solidFill>
                      <a:srgbClr val="0F2027"/>
                    </a:solidFill>
                  </a:tcPr>
                </a:tc>
                <a:extLst>
                  <a:ext uri="{0D108BD9-81ED-4DB2-BD59-A6C34878D82A}">
                    <a16:rowId xmlns:a16="http://schemas.microsoft.com/office/drawing/2014/main" val="10000"/>
                  </a:ext>
                </a:extLst>
              </a:tr>
              <a:tr h="640574">
                <a:tc>
                  <a:txBody>
                    <a:bodyPr/>
                    <a:lstStyle/>
                    <a:p>
                      <a:pPr algn="l"/>
                      <a:r>
                        <a:rPr lang="en-US" sz="950" b="1">
                          <a:solidFill>
                            <a:srgbClr val="E2E8F0"/>
                          </a:solidFill>
                          <a:latin typeface="Arial" panose="020B0604020202020204" pitchFamily="34" charset="0"/>
                        </a:rPr>
                        <a:t>Clinker Quality &amp; C3S Mineralogy Stabilization</a:t>
                      </a:r>
                      <a:endParaRPr sz="950" b="1" dirty="0">
                        <a:solidFill>
                          <a:srgbClr val="E2E8F0"/>
                        </a:solidFill>
                        <a:latin typeface="Arial" panose="020B0604020202020204" pitchFamily="34" charset="0"/>
                      </a:endParaRPr>
                    </a:p>
                  </a:txBody>
                  <a:tcPr>
                    <a:solidFill>
                      <a:srgbClr val="1E293B"/>
                    </a:solidFill>
                  </a:tcPr>
                </a:tc>
                <a:tc>
                  <a:txBody>
                    <a:bodyPr/>
                    <a:lstStyle/>
                    <a:p>
                      <a:pPr algn="ctr"/>
                      <a:r>
                        <a:rPr lang="en-US" sz="950" b="0">
                          <a:solidFill>
                            <a:srgbClr val="E2E8F0"/>
                          </a:solidFill>
                          <a:latin typeface="Arial" panose="020B0604020202020204" pitchFamily="34" charset="0"/>
                        </a:rPr>
                        <a:t>Stable Free Lime &lt; 1.50% &amp; C3S &gt; 60%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dirty="0">
                          <a:solidFill>
                            <a:srgbClr val="E2E8F0"/>
                          </a:solidFill>
                          <a:latin typeface="Arial" panose="020B0604020202020204" pitchFamily="34" charset="0"/>
                        </a:rPr>
                        <a:t>Avoided Quality Rejections</a:t>
                      </a:r>
                      <a:endParaRPr sz="950" b="1" dirty="0">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3"/>
                  </a:ext>
                </a:extLst>
              </a:tr>
              <a:tr h="751800">
                <a:tc>
                  <a:txBody>
                    <a:bodyPr/>
                    <a:lstStyle/>
                    <a:p>
                      <a:pPr algn="l"/>
                      <a:r>
                        <a:rPr lang="en-US" sz="950" b="1" dirty="0">
                          <a:solidFill>
                            <a:srgbClr val="E2E8F0"/>
                          </a:solidFill>
                          <a:latin typeface="Arial" panose="020B0604020202020204" pitchFamily="34" charset="0"/>
                        </a:rPr>
                        <a:t>App Realization Potential (Conservative 20% Capture)</a:t>
                      </a:r>
                      <a:endParaRPr sz="950" b="1" dirty="0">
                        <a:solidFill>
                          <a:srgbClr val="E2E8F0"/>
                        </a:solidFill>
                        <a:latin typeface="Arial" panose="020B0604020202020204" pitchFamily="34" charset="0"/>
                      </a:endParaRPr>
                    </a:p>
                  </a:txBody>
                  <a:tcPr>
                    <a:solidFill>
                      <a:srgbClr val="171F2D"/>
                    </a:solidFill>
                  </a:tcPr>
                </a:tc>
                <a:tc>
                  <a:txBody>
                    <a:bodyPr/>
                    <a:lstStyle/>
                    <a:p>
                      <a:pPr algn="ctr"/>
                      <a:r>
                        <a:rPr lang="en-US" sz="950" b="0">
                          <a:solidFill>
                            <a:srgbClr val="E2E8F0"/>
                          </a:solidFill>
                          <a:latin typeface="Arial" panose="020B0604020202020204" pitchFamily="34" charset="0"/>
                        </a:rPr>
                        <a:t>3.68 t/h extra Clinker, 0.54 t/h Coal Saved</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dirty="0">
                          <a:solidFill>
                            <a:srgbClr val="E2E8F0"/>
                          </a:solidFill>
                          <a:latin typeface="Arial" panose="020B0604020202020204" pitchFamily="34" charset="0"/>
                        </a:rPr>
                        <a:t>+1.66% Throughput, -2.65% Coal</a:t>
                      </a:r>
                      <a:endParaRPr sz="950" b="1" dirty="0">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0825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15B7345-B8F1-15BB-83AA-6678645632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6E55B18-D214-3852-4261-CBCF41516486}"/>
              </a:ext>
            </a:extLst>
          </p:cNvPr>
          <p:cNvSpPr txBox="1"/>
          <p:nvPr/>
        </p:nvSpPr>
        <p:spPr>
          <a:xfrm>
            <a:off x="681228" y="365760"/>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10: BUSINESS CASE &amp; FINANCIAL VALUE QUANTIFICATION (ANNUAL ROI)</a:t>
            </a:r>
            <a:endParaRPr sz="2200" b="1" dirty="0">
              <a:solidFill>
                <a:srgbClr val="FFFF00"/>
              </a:solidFill>
              <a:latin typeface="Space Grotesk"/>
            </a:endParaRPr>
          </a:p>
        </p:txBody>
      </p:sp>
      <p:graphicFrame>
        <p:nvGraphicFramePr>
          <p:cNvPr id="4" name="Table 3">
            <a:extLst>
              <a:ext uri="{FF2B5EF4-FFF2-40B4-BE49-F238E27FC236}">
                <a16:creationId xmlns:a16="http://schemas.microsoft.com/office/drawing/2014/main" id="{D6945C14-BD95-0FCD-9830-1ADF6ED8BCF2}"/>
              </a:ext>
            </a:extLst>
          </p:cNvPr>
          <p:cNvGraphicFramePr>
            <a:graphicFrameLocks noGrp="1"/>
          </p:cNvGraphicFramePr>
          <p:nvPr/>
        </p:nvGraphicFramePr>
        <p:xfrm>
          <a:off x="841248" y="1490472"/>
          <a:ext cx="10362895" cy="4000000"/>
        </p:xfrm>
        <a:graphic>
          <a:graphicData uri="http://schemas.openxmlformats.org/drawingml/2006/table">
            <a:tbl>
              <a:tblPr firstRow="1" bandRow="1">
                <a:tableStyleId>{5C22544A-7EE6-4342-B048-85BDC9FD1C3A}</a:tableStyleId>
              </a:tblPr>
              <a:tblGrid>
                <a:gridCol w="3454298">
                  <a:extLst>
                    <a:ext uri="{9D8B030D-6E8A-4147-A177-3AD203B41FA5}">
                      <a16:colId xmlns:a16="http://schemas.microsoft.com/office/drawing/2014/main" val="20000"/>
                    </a:ext>
                  </a:extLst>
                </a:gridCol>
                <a:gridCol w="3454298">
                  <a:extLst>
                    <a:ext uri="{9D8B030D-6E8A-4147-A177-3AD203B41FA5}">
                      <a16:colId xmlns:a16="http://schemas.microsoft.com/office/drawing/2014/main" val="20001"/>
                    </a:ext>
                  </a:extLst>
                </a:gridCol>
                <a:gridCol w="3454299">
                  <a:extLst>
                    <a:ext uri="{9D8B030D-6E8A-4147-A177-3AD203B41FA5}">
                      <a16:colId xmlns:a16="http://schemas.microsoft.com/office/drawing/2014/main" val="20002"/>
                    </a:ext>
                  </a:extLst>
                </a:gridCol>
              </a:tblGrid>
              <a:tr h="400000">
                <a:tc>
                  <a:txBody>
                    <a:bodyPr/>
                    <a:lstStyle/>
                    <a:p>
                      <a:pPr algn="l"/>
                      <a:r>
                        <a:rPr lang="pt-PT" sz="1000" b="1">
                          <a:solidFill>
                            <a:srgbClr val="FFFFFF"/>
                          </a:solidFill>
                          <a:latin typeface="Arial" panose="020B0604020202020204" pitchFamily="34" charset="0"/>
                        </a:rPr>
                        <a:t>Financial Optimization Opportunity</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Annual Production Quantity</a:t>
                      </a:r>
                      <a:endParaRPr sz="1000" b="1">
                        <a:solidFill>
                          <a:srgbClr val="FFFFFF"/>
                        </a:solidFill>
                        <a:latin typeface="Arial" panose="020B0604020202020204" pitchFamily="34" charset="0"/>
                      </a:endParaRPr>
                    </a:p>
                  </a:txBody>
                  <a:tcPr>
                    <a:solidFill>
                      <a:srgbClr val="0F2027"/>
                    </a:solidFill>
                  </a:tcPr>
                </a:tc>
                <a:tc>
                  <a:txBody>
                    <a:bodyPr/>
                    <a:lstStyle/>
                    <a:p>
                      <a:pPr algn="ctr"/>
                      <a:r>
                        <a:rPr lang="pt-PT" sz="1000" b="1">
                          <a:solidFill>
                            <a:srgbClr val="FFFFFF"/>
                          </a:solidFill>
                          <a:latin typeface="Arial" panose="020B0604020202020204" pitchFamily="34" charset="0"/>
                        </a:rPr>
                        <a:t>Annual Financial Value</a:t>
                      </a:r>
                      <a:endParaRPr sz="1000" b="1">
                        <a:solidFill>
                          <a:srgbClr val="FFFFFF"/>
                        </a:solidFill>
                        <a:latin typeface="Arial" panose="020B0604020202020204" pitchFamily="34" charset="0"/>
                      </a:endParaRPr>
                    </a:p>
                  </a:txBody>
                  <a:tcPr>
                    <a:solidFill>
                      <a:srgbClr val="0F2027"/>
                    </a:solidFill>
                  </a:tcPr>
                </a:tc>
                <a:extLst>
                  <a:ext uri="{0D108BD9-81ED-4DB2-BD59-A6C34878D82A}">
                    <a16:rowId xmlns:a16="http://schemas.microsoft.com/office/drawing/2014/main" val="10000"/>
                  </a:ext>
                </a:extLst>
              </a:tr>
              <a:tr h="400000">
                <a:tc>
                  <a:txBody>
                    <a:bodyPr/>
                    <a:lstStyle/>
                    <a:p>
                      <a:pPr marL="0" algn="l" defTabSz="914400" rtl="0" eaLnBrk="1" latinLnBrk="0" hangingPunct="1"/>
                      <a:r>
                        <a:rPr lang="en-US" sz="950" b="1" kern="1200">
                          <a:solidFill>
                            <a:srgbClr val="E2E8F0"/>
                          </a:solidFill>
                          <a:latin typeface="Arial" panose="020B0604020202020204" pitchFamily="34" charset="0"/>
                          <a:ea typeface="+mn-ea"/>
                          <a:cs typeface="+mn-cs"/>
                        </a:rPr>
                        <a:t>Clinker Throughput Expansion (221.58 → 240.00 t/h clinker)</a:t>
                      </a:r>
                      <a:endParaRPr sz="950" b="1" kern="1200" dirty="0">
                        <a:solidFill>
                          <a:srgbClr val="E2E8F0"/>
                        </a:solidFill>
                        <a:latin typeface="Arial" panose="020B0604020202020204" pitchFamily="34" charset="0"/>
                        <a:ea typeface="+mn-ea"/>
                        <a:cs typeface="+mn-cs"/>
                      </a:endParaRPr>
                    </a:p>
                  </a:txBody>
                  <a:tcPr>
                    <a:solidFill>
                      <a:srgbClr val="1E293B"/>
                    </a:solidFill>
                  </a:tcPr>
                </a:tc>
                <a:tc>
                  <a:txBody>
                    <a:bodyPr/>
                    <a:lstStyle/>
                    <a:p>
                      <a:pPr algn="ctr"/>
                      <a:r>
                        <a:rPr lang="pt-PT" sz="950" b="0">
                          <a:solidFill>
                            <a:srgbClr val="E2E8F0"/>
                          </a:solidFill>
                          <a:latin typeface="Arial" panose="020B0604020202020204" pitchFamily="34" charset="0"/>
                        </a:rPr>
                        <a:t>+132,600 tons clinker / year</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$6,630,000 / year</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1"/>
                  </a:ext>
                </a:extLst>
              </a:tr>
              <a:tr h="400000">
                <a:tc>
                  <a:txBody>
                    <a:bodyPr/>
                    <a:lstStyle/>
                    <a:p>
                      <a:pPr algn="l"/>
                      <a:r>
                        <a:rPr lang="fr-FR" sz="950" b="1">
                          <a:solidFill>
                            <a:srgbClr val="E2E8F0"/>
                          </a:solidFill>
                          <a:latin typeface="Arial" panose="020B0604020202020204" pitchFamily="34" charset="0"/>
                        </a:rPr>
                        <a:t>Fossil Coal Reduction via RDF Substitution (2.70 t/h saved)</a:t>
                      </a:r>
                      <a:endParaRPr sz="950" b="1">
                        <a:solidFill>
                          <a:srgbClr val="E2E8F0"/>
                        </a:solidFill>
                        <a:latin typeface="Arial" panose="020B0604020202020204" pitchFamily="34" charset="0"/>
                      </a:endParaRPr>
                    </a:p>
                  </a:txBody>
                  <a:tcPr>
                    <a:solidFill>
                      <a:srgbClr val="171F2D"/>
                    </a:solidFill>
                  </a:tcPr>
                </a:tc>
                <a:tc>
                  <a:txBody>
                    <a:bodyPr/>
                    <a:lstStyle/>
                    <a:p>
                      <a:pPr algn="ctr"/>
                      <a:r>
                        <a:rPr lang="en-US" sz="950" b="0">
                          <a:solidFill>
                            <a:srgbClr val="E2E8F0"/>
                          </a:solidFill>
                          <a:latin typeface="Arial" panose="020B0604020202020204" pitchFamily="34" charset="0"/>
                        </a:rPr>
                        <a:t>19,440 tons coal saved / yr</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$2,527,200 / year</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2"/>
                  </a:ext>
                </a:extLst>
              </a:tr>
              <a:tr h="400000">
                <a:tc>
                  <a:txBody>
                    <a:bodyPr/>
                    <a:lstStyle/>
                    <a:p>
                      <a:pPr algn="l"/>
                      <a:r>
                        <a:rPr lang="en-US" sz="950" b="1">
                          <a:solidFill>
                            <a:srgbClr val="E2E8F0"/>
                          </a:solidFill>
                          <a:latin typeface="Arial" panose="020B0604020202020204" pitchFamily="34" charset="0"/>
                        </a:rPr>
                        <a:t>Quality &amp; Free Lime Stabilization (Avoided corrective grinding)</a:t>
                      </a:r>
                      <a:endParaRPr sz="950" b="1" dirty="0">
                        <a:solidFill>
                          <a:srgbClr val="E2E8F0"/>
                        </a:solidFill>
                        <a:latin typeface="Arial" panose="020B0604020202020204" pitchFamily="34" charset="0"/>
                      </a:endParaRPr>
                    </a:p>
                  </a:txBody>
                  <a:tcPr>
                    <a:solidFill>
                      <a:srgbClr val="1E293B"/>
                    </a:solidFill>
                  </a:tcPr>
                </a:tc>
                <a:tc>
                  <a:txBody>
                    <a:bodyPr/>
                    <a:lstStyle/>
                    <a:p>
                      <a:pPr algn="ctr"/>
                      <a:r>
                        <a:rPr lang="en-US" sz="950" b="0">
                          <a:solidFill>
                            <a:srgbClr val="E2E8F0"/>
                          </a:solidFill>
                          <a:latin typeface="Arial" panose="020B0604020202020204" pitchFamily="34" charset="0"/>
                        </a:rPr>
                        <a:t>Stable fCaO &lt; 1.50% &amp; C3S &gt; 60%</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$350,000 / year</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3"/>
                  </a:ext>
                </a:extLst>
              </a:tr>
              <a:tr h="400000">
                <a:tc>
                  <a:txBody>
                    <a:bodyPr/>
                    <a:lstStyle/>
                    <a:p>
                      <a:pPr algn="l"/>
                      <a:r>
                        <a:rPr lang="en-US" sz="950" b="1">
                          <a:solidFill>
                            <a:srgbClr val="E2E8F0"/>
                          </a:solidFill>
                          <a:latin typeface="Arial" panose="020B0604020202020204" pitchFamily="34" charset="0"/>
                        </a:rPr>
                        <a:t>Cooler Aeration Electrical Optimization (Bed depth control)</a:t>
                      </a:r>
                      <a:endParaRPr sz="950" b="1">
                        <a:solidFill>
                          <a:srgbClr val="E2E8F0"/>
                        </a:solidFill>
                        <a:latin typeface="Arial" panose="020B0604020202020204" pitchFamily="34" charset="0"/>
                      </a:endParaRPr>
                    </a:p>
                  </a:txBody>
                  <a:tcPr>
                    <a:solidFill>
                      <a:srgbClr val="171F2D"/>
                    </a:solidFill>
                  </a:tcPr>
                </a:tc>
                <a:tc>
                  <a:txBody>
                    <a:bodyPr/>
                    <a:lstStyle/>
                    <a:p>
                      <a:pPr algn="ctr"/>
                      <a:r>
                        <a:rPr lang="en-US" sz="950" b="0">
                          <a:solidFill>
                            <a:srgbClr val="E2E8F0"/>
                          </a:solidFill>
                          <a:latin typeface="Arial" panose="020B0604020202020204" pitchFamily="34" charset="0"/>
                        </a:rPr>
                        <a:t>950,000 kWh / year saved</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$95,000 / year</a:t>
                      </a:r>
                      <a:endParaRPr sz="950" b="1">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4"/>
                  </a:ext>
                </a:extLst>
              </a:tr>
              <a:tr h="400000">
                <a:tc>
                  <a:txBody>
                    <a:bodyPr/>
                    <a:lstStyle/>
                    <a:p>
                      <a:pPr algn="l"/>
                      <a:r>
                        <a:rPr lang="en-US" sz="950" b="1">
                          <a:solidFill>
                            <a:srgbClr val="E2E8F0"/>
                          </a:solidFill>
                          <a:latin typeface="Arial" panose="020B0604020202020204" pitchFamily="34" charset="0"/>
                        </a:rPr>
                        <a:t>Preheater ID Fan Electrical Conservation (Draft symmetry)</a:t>
                      </a:r>
                      <a:endParaRPr sz="950" b="1" dirty="0">
                        <a:solidFill>
                          <a:srgbClr val="E2E8F0"/>
                        </a:solidFill>
                        <a:latin typeface="Arial" panose="020B0604020202020204" pitchFamily="34" charset="0"/>
                      </a:endParaRPr>
                    </a:p>
                  </a:txBody>
                  <a:tcPr>
                    <a:solidFill>
                      <a:srgbClr val="1E293B"/>
                    </a:solidFill>
                  </a:tcPr>
                </a:tc>
                <a:tc>
                  <a:txBody>
                    <a:bodyPr/>
                    <a:lstStyle/>
                    <a:p>
                      <a:pPr algn="ctr"/>
                      <a:r>
                        <a:rPr lang="en-US" sz="950" b="0">
                          <a:solidFill>
                            <a:srgbClr val="E2E8F0"/>
                          </a:solidFill>
                          <a:latin typeface="Arial" panose="020B0604020202020204" pitchFamily="34" charset="0"/>
                        </a:rPr>
                        <a:t>720,000 kWh / year saved</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$72,000 / year</a:t>
                      </a:r>
                      <a:endParaRPr sz="950" b="1">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10005"/>
                  </a:ext>
                </a:extLst>
              </a:tr>
              <a:tr h="400000">
                <a:tc>
                  <a:txBody>
                    <a:bodyPr/>
                    <a:lstStyle/>
                    <a:p>
                      <a:pPr algn="l"/>
                      <a:r>
                        <a:rPr lang="en-US" sz="950" b="1">
                          <a:solidFill>
                            <a:srgbClr val="E2E8F0"/>
                          </a:solidFill>
                          <a:latin typeface="Arial" panose="020B0604020202020204" pitchFamily="34" charset="0"/>
                        </a:rPr>
                        <a:t>Kiln Main Drive (M02) Protection (Trip avoidance &gt;250 A)</a:t>
                      </a:r>
                      <a:endParaRPr sz="950" b="1">
                        <a:solidFill>
                          <a:srgbClr val="E2E8F0"/>
                        </a:solidFill>
                        <a:latin typeface="Arial" panose="020B0604020202020204" pitchFamily="34" charset="0"/>
                      </a:endParaRPr>
                    </a:p>
                  </a:txBody>
                  <a:tcPr>
                    <a:solidFill>
                      <a:srgbClr val="171F2D"/>
                    </a:solidFill>
                  </a:tcPr>
                </a:tc>
                <a:tc>
                  <a:txBody>
                    <a:bodyPr/>
                    <a:lstStyle/>
                    <a:p>
                      <a:pPr algn="ctr"/>
                      <a:r>
                        <a:rPr lang="en-US" sz="950" b="0">
                          <a:solidFill>
                            <a:srgbClr val="E2E8F0"/>
                          </a:solidFill>
                          <a:latin typeface="Arial" panose="020B0604020202020204" pitchFamily="34" charset="0"/>
                        </a:rPr>
                        <a:t>Avoidance of 16h trip downtime</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$240,000 / year</a:t>
                      </a:r>
                      <a:endParaRPr sz="950" b="1" dirty="0">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10006"/>
                  </a:ext>
                </a:extLst>
              </a:tr>
              <a:tr h="400000">
                <a:tc>
                  <a:txBody>
                    <a:bodyPr/>
                    <a:lstStyle/>
                    <a:p>
                      <a:pPr algn="l"/>
                      <a:r>
                        <a:rPr lang="en-US" sz="950" b="1">
                          <a:solidFill>
                            <a:srgbClr val="E2E8F0"/>
                          </a:solidFill>
                          <a:latin typeface="Arial" panose="020B0604020202020204" pitchFamily="34" charset="0"/>
                        </a:rPr>
                        <a:t>Refractory Campaign Life Extension (Thermal stability)</a:t>
                      </a:r>
                      <a:endParaRPr sz="950" b="1">
                        <a:solidFill>
                          <a:srgbClr val="E2E8F0"/>
                        </a:solidFill>
                        <a:latin typeface="Arial" panose="020B0604020202020204" pitchFamily="34" charset="0"/>
                      </a:endParaRPr>
                    </a:p>
                  </a:txBody>
                  <a:tcPr>
                    <a:solidFill>
                      <a:srgbClr val="1E293B"/>
                    </a:solidFill>
                  </a:tcPr>
                </a:tc>
                <a:tc>
                  <a:txBody>
                    <a:bodyPr/>
                    <a:lstStyle/>
                    <a:p>
                      <a:pPr algn="ctr"/>
                      <a:r>
                        <a:rPr lang="en-US" sz="950" b="0">
                          <a:solidFill>
                            <a:srgbClr val="E2E8F0"/>
                          </a:solidFill>
                          <a:latin typeface="Arial" panose="020B0604020202020204" pitchFamily="34" charset="0"/>
                        </a:rPr>
                        <a:t>+2.5 months campaign extension</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$200,000 / year</a:t>
                      </a:r>
                      <a:endParaRPr sz="950" b="1" dirty="0">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2222313160"/>
                  </a:ext>
                </a:extLst>
              </a:tr>
              <a:tr h="400000">
                <a:tc>
                  <a:txBody>
                    <a:bodyPr/>
                    <a:lstStyle/>
                    <a:p>
                      <a:pPr algn="l"/>
                      <a:r>
                        <a:rPr lang="en-US" sz="950" b="1">
                          <a:solidFill>
                            <a:srgbClr val="E2E8F0"/>
                          </a:solidFill>
                          <a:latin typeface="Arial" panose="020B0604020202020204" pitchFamily="34" charset="0"/>
                        </a:rPr>
                        <a:t>CO2 Carbon Emissions Avoidance (Coal reduction &amp; RDF)</a:t>
                      </a:r>
                      <a:endParaRPr sz="950" b="1">
                        <a:solidFill>
                          <a:srgbClr val="E2E8F0"/>
                        </a:solidFill>
                        <a:latin typeface="Arial" panose="020B0604020202020204" pitchFamily="34" charset="0"/>
                      </a:endParaRPr>
                    </a:p>
                  </a:txBody>
                  <a:tcPr>
                    <a:solidFill>
                      <a:srgbClr val="171F2D"/>
                    </a:solidFill>
                  </a:tcPr>
                </a:tc>
                <a:tc>
                  <a:txBody>
                    <a:bodyPr/>
                    <a:lstStyle/>
                    <a:p>
                      <a:pPr algn="ctr"/>
                      <a:r>
                        <a:rPr lang="en-US" sz="950" b="0">
                          <a:solidFill>
                            <a:srgbClr val="E2E8F0"/>
                          </a:solidFill>
                          <a:latin typeface="Arial" panose="020B0604020202020204" pitchFamily="34" charset="0"/>
                        </a:rPr>
                        <a:t>40,600 tons CO2 / year avoided</a:t>
                      </a:r>
                      <a:endParaRPr sz="950" b="0">
                        <a:solidFill>
                          <a:srgbClr val="E2E8F0"/>
                        </a:solidFill>
                        <a:latin typeface="Arial" panose="020B0604020202020204" pitchFamily="34" charset="0"/>
                      </a:endParaRPr>
                    </a:p>
                  </a:txBody>
                  <a:tcPr>
                    <a:solidFill>
                      <a:srgbClr val="171F2D"/>
                    </a:solidFill>
                  </a:tcPr>
                </a:tc>
                <a:tc>
                  <a:txBody>
                    <a:bodyPr/>
                    <a:lstStyle/>
                    <a:p>
                      <a:pPr algn="ctr"/>
                      <a:r>
                        <a:rPr lang="pt-PT" sz="950" b="1">
                          <a:solidFill>
                            <a:srgbClr val="E2E8F0"/>
                          </a:solidFill>
                          <a:latin typeface="Arial" panose="020B0604020202020204" pitchFamily="34" charset="0"/>
                        </a:rPr>
                        <a:t>Carbon Credit Benefit</a:t>
                      </a:r>
                      <a:endParaRPr sz="950" b="1" dirty="0">
                        <a:solidFill>
                          <a:srgbClr val="E2E8F0"/>
                        </a:solidFill>
                        <a:latin typeface="Arial" panose="020B0604020202020204" pitchFamily="34" charset="0"/>
                      </a:endParaRPr>
                    </a:p>
                  </a:txBody>
                  <a:tcPr>
                    <a:solidFill>
                      <a:srgbClr val="171F2D"/>
                    </a:solidFill>
                  </a:tcPr>
                </a:tc>
                <a:extLst>
                  <a:ext uri="{0D108BD9-81ED-4DB2-BD59-A6C34878D82A}">
                    <a16:rowId xmlns:a16="http://schemas.microsoft.com/office/drawing/2014/main" val="3905438659"/>
                  </a:ext>
                </a:extLst>
              </a:tr>
              <a:tr h="400000">
                <a:tc>
                  <a:txBody>
                    <a:bodyPr/>
                    <a:lstStyle/>
                    <a:p>
                      <a:pPr algn="l"/>
                      <a:r>
                        <a:rPr lang="en-US" sz="950" b="1">
                          <a:solidFill>
                            <a:srgbClr val="E2E8F0"/>
                          </a:solidFill>
                          <a:latin typeface="Arial" panose="020B0604020202020204" pitchFamily="34" charset="0"/>
                        </a:rPr>
                        <a:t>TOTAL DIRECT ECONOMIC VALUE UNLOCKED</a:t>
                      </a:r>
                      <a:endParaRPr sz="950" b="1">
                        <a:solidFill>
                          <a:srgbClr val="E2E8F0"/>
                        </a:solidFill>
                        <a:latin typeface="Arial" panose="020B0604020202020204" pitchFamily="34" charset="0"/>
                      </a:endParaRPr>
                    </a:p>
                  </a:txBody>
                  <a:tcPr>
                    <a:solidFill>
                      <a:srgbClr val="1E293B"/>
                    </a:solidFill>
                  </a:tcPr>
                </a:tc>
                <a:tc>
                  <a:txBody>
                    <a:bodyPr/>
                    <a:lstStyle/>
                    <a:p>
                      <a:pPr algn="ctr"/>
                      <a:r>
                        <a:rPr lang="pt-PT" sz="950" b="0">
                          <a:solidFill>
                            <a:srgbClr val="E2E8F0"/>
                          </a:solidFill>
                          <a:latin typeface="Arial" panose="020B0604020202020204" pitchFamily="34" charset="0"/>
                        </a:rPr>
                        <a:t>Across All Operational Levers</a:t>
                      </a:r>
                      <a:endParaRPr sz="950" b="0">
                        <a:solidFill>
                          <a:srgbClr val="E2E8F0"/>
                        </a:solidFill>
                        <a:latin typeface="Arial" panose="020B0604020202020204" pitchFamily="34" charset="0"/>
                      </a:endParaRPr>
                    </a:p>
                  </a:txBody>
                  <a:tcPr>
                    <a:solidFill>
                      <a:srgbClr val="1E293B"/>
                    </a:solidFill>
                  </a:tcPr>
                </a:tc>
                <a:tc>
                  <a:txBody>
                    <a:bodyPr/>
                    <a:lstStyle/>
                    <a:p>
                      <a:pPr algn="ctr"/>
                      <a:r>
                        <a:rPr lang="pt-PT" sz="950" b="1">
                          <a:solidFill>
                            <a:srgbClr val="E2E8F0"/>
                          </a:solidFill>
                          <a:latin typeface="Arial" panose="020B0604020202020204" pitchFamily="34" charset="0"/>
                        </a:rPr>
                        <a:t>~$10,114,200 / year</a:t>
                      </a:r>
                      <a:endParaRPr sz="950" b="1" dirty="0">
                        <a:solidFill>
                          <a:srgbClr val="E2E8F0"/>
                        </a:solidFill>
                        <a:latin typeface="Arial" panose="020B0604020202020204" pitchFamily="34" charset="0"/>
                      </a:endParaRPr>
                    </a:p>
                  </a:txBody>
                  <a:tcPr>
                    <a:solidFill>
                      <a:srgbClr val="1E293B"/>
                    </a:solidFill>
                  </a:tcPr>
                </a:tc>
                <a:extLst>
                  <a:ext uri="{0D108BD9-81ED-4DB2-BD59-A6C34878D82A}">
                    <a16:rowId xmlns:a16="http://schemas.microsoft.com/office/drawing/2014/main" val="2832657370"/>
                  </a:ext>
                </a:extLst>
              </a:tr>
            </a:tbl>
          </a:graphicData>
        </a:graphic>
      </p:graphicFrame>
    </p:spTree>
    <p:extLst>
      <p:ext uri="{BB962C8B-B14F-4D97-AF65-F5344CB8AC3E}">
        <p14:creationId xmlns:p14="http://schemas.microsoft.com/office/powerpoint/2010/main" val="332485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681228" y="365760"/>
            <a:ext cx="11094415" cy="353815"/>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STEP 10B: DETAILED FINANCIAL &amp; PROCESS VALUE CALCULATIONS (PLANT OPERATIONS)</a:t>
            </a:r>
            <a:endParaRPr sz="2200" b="1" dirty="0">
              <a:solidFill>
                <a:srgbClr val="FFFF00"/>
              </a:solidFill>
              <a:latin typeface="Space Grotesk"/>
            </a:endParaRPr>
          </a:p>
        </p:txBody>
      </p:sp>
      <p:sp>
        <p:nvSpPr>
          <p:cNvPr id="2" name="TextBox 1">
            <a:extLst>
              <a:ext uri="{FF2B5EF4-FFF2-40B4-BE49-F238E27FC236}">
                <a16:creationId xmlns:a16="http://schemas.microsoft.com/office/drawing/2014/main" id="{4AAAE49A-093F-107C-86A4-0255E141FB17}"/>
              </a:ext>
            </a:extLst>
          </p:cNvPr>
          <p:cNvSpPr txBox="1"/>
          <p:nvPr/>
        </p:nvSpPr>
        <p:spPr>
          <a:xfrm>
            <a:off x="685800" y="711200"/>
            <a:ext cx="10820400" cy="153888"/>
          </a:xfrm>
          <a:prstGeom prst="rect">
            <a:avLst/>
          </a:prstGeom>
          <a:noFill/>
        </p:spPr>
        <p:txBody>
          <a:bodyPr vert="horz" wrap="square" lIns="0" tIns="0" rIns="0" bIns="0" rtlCol="0">
            <a:spAutoFit/>
          </a:bodyPr>
          <a:lstStyle/>
          <a:p>
            <a:pPr algn="l"/>
            <a:r>
              <a:rPr lang="pt-PT" sz="1000" b="1">
                <a:solidFill>
                  <a:srgbClr val="E1F000"/>
                </a:solidFill>
                <a:latin typeface="Outfit"/>
              </a:rPr>
              <a:t>OPERATIONAL VALUATION METHODOLOGY: RIGOROUS PLANT BASELINES, CONVERSION CONSTANTS &amp; FORMULAS</a:t>
            </a:r>
            <a:endParaRPr lang="en-DE" sz="1000" b="1" dirty="0" err="1">
              <a:solidFill>
                <a:srgbClr val="E1F000"/>
              </a:solidFill>
              <a:latin typeface="Outfit"/>
            </a:endParaRPr>
          </a:p>
        </p:txBody>
      </p:sp>
      <p:sp>
        <p:nvSpPr>
          <p:cNvPr id="5" name="Rectangle: Rounded Corners 4">
            <a:extLst>
              <a:ext uri="{FF2B5EF4-FFF2-40B4-BE49-F238E27FC236}">
                <a16:creationId xmlns:a16="http://schemas.microsoft.com/office/drawing/2014/main" id="{E99B9D76-79F4-D9E1-07FC-9F37A7C434FB}"/>
              </a:ext>
            </a:extLst>
          </p:cNvPr>
          <p:cNvSpPr/>
          <p:nvPr/>
        </p:nvSpPr>
        <p:spPr>
          <a:xfrm>
            <a:off x="685800" y="990600"/>
            <a:ext cx="5283200" cy="2222500"/>
          </a:xfrm>
          <a:prstGeom prst="roundRect">
            <a:avLst/>
          </a:prstGeom>
          <a:solidFill>
            <a:srgbClr val="101924"/>
          </a:solidFill>
          <a:ln w="12700">
            <a:solidFill>
              <a:srgbClr val="233242"/>
            </a:solidFill>
          </a:ln>
        </p:spPr>
        <p:style>
          <a:lnRef idx="2">
            <a:schemeClr val="accent1">
              <a:shade val="50000"/>
            </a:schemeClr>
          </a:lnRef>
          <a:fillRef idx="1">
            <a:schemeClr val="accent1"/>
          </a:fillRef>
          <a:effectRef idx="0">
            <a:schemeClr val="accent1"/>
          </a:effectRef>
          <a:fontRef idx="minor">
            <a:schemeClr val="lt1"/>
          </a:fontRef>
        </p:style>
        <p:txBody>
          <a:bodyPr wrap="square" lIns="127000" tIns="101600" rIns="127000" bIns="76200" rtlCol="0" anchor="t"/>
          <a:lstStyle/>
          <a:p>
            <a:pPr>
              <a:defRPr sz="950"/>
            </a:pPr>
            <a:r>
              <a:rPr lang="pt-PT"/>
              <a:t>1. CLINKER THROUGHPUT EXPANSION (PRODUCTION INCREASE)</a:t>
            </a:r>
          </a:p>
          <a:p>
            <a:pPr>
              <a:defRPr sz="950"/>
            </a:pPr>
            <a:r>
              <a:rPr lang="pt-PT"/>
              <a:t>• Formula: Annual Clinker (t/yr) = </a:t>
            </a:r>
            <a:r>
              <a:rPr lang="el-GR"/>
              <a:t>Δ</a:t>
            </a:r>
            <a:r>
              <a:rPr lang="pt-PT"/>
              <a:t>Clinker (t/h) × Annual Operating Hours (h)</a:t>
            </a:r>
          </a:p>
          <a:p>
            <a:pPr>
              <a:defRPr sz="950"/>
            </a:pPr>
            <a:r>
              <a:rPr lang="pt-PT"/>
              <a:t>Financial Value = Annual Clinker (t/yr) × Net Clinker Margin ($/ton)</a:t>
            </a:r>
          </a:p>
          <a:p>
            <a:pPr>
              <a:defRPr sz="950"/>
            </a:pPr>
            <a:r>
              <a:rPr lang="pt-PT"/>
              <a:t>• Operational Baseline: Mean Clinker Production = 221.58 t/h (Mean Feed = 340.90 t/h)</a:t>
            </a:r>
          </a:p>
          <a:p>
            <a:pPr>
              <a:defRPr sz="950"/>
            </a:pPr>
            <a:r>
              <a:rPr lang="pt-PT"/>
              <a:t>• Golden Batch Target Clinker: 240.00 t/h (Target Feed = 369.00 t/h)</a:t>
            </a:r>
          </a:p>
          <a:p>
            <a:pPr>
              <a:defRPr sz="950"/>
            </a:pPr>
            <a:r>
              <a:rPr lang="pt-PT"/>
              <a:t>• Hourly Clinker Gain (</a:t>
            </a:r>
            <a:r>
              <a:rPr lang="el-GR"/>
              <a:t>Δ</a:t>
            </a:r>
            <a:r>
              <a:rPr lang="pt-PT"/>
              <a:t>Clinker): 240.00 - 221.58 = +18.42 t clinker / hour (+8.31%)</a:t>
            </a:r>
          </a:p>
          <a:p>
            <a:pPr>
              <a:defRPr sz="950"/>
            </a:pPr>
            <a:r>
              <a:rPr lang="pt-PT"/>
              <a:t>• Operating Baseline: 7,200 operating hours / year (~82% uptime) | Margin: $50.00 / ton</a:t>
            </a:r>
          </a:p>
          <a:p>
            <a:pPr>
              <a:defRPr sz="950"/>
            </a:pPr>
            <a:r>
              <a:rPr lang="pt-PT"/>
              <a:t>• Annual Clinker Gain: 18.42 t/h × 7,200 h = +132,624 metric tons clinker / year</a:t>
            </a:r>
          </a:p>
          <a:p>
            <a:pPr>
              <a:defRPr sz="950"/>
            </a:pPr>
            <a:r>
              <a:rPr lang="pt-PT"/>
              <a:t>✔ Annual Value Unlocked: 132,600 t × $50.00/t = $6,630,000 / year (~$6.63M/yr)</a:t>
            </a:r>
          </a:p>
          <a:p>
            <a:pPr>
              <a:defRPr sz="950"/>
            </a:pPr>
            <a:r>
              <a:rPr lang="pt-PT"/>
              <a:t>• Supervisory Guardrails: Governed by Clinker Free Lime (fCaO ≤ 1.50%) and ID fan headroom.</a:t>
            </a:r>
            <a:endParaRPr/>
          </a:p>
        </p:txBody>
      </p:sp>
      <p:sp>
        <p:nvSpPr>
          <p:cNvPr id="6" name="Rectangle: Rounded Corners 5">
            <a:extLst>
              <a:ext uri="{FF2B5EF4-FFF2-40B4-BE49-F238E27FC236}">
                <a16:creationId xmlns:a16="http://schemas.microsoft.com/office/drawing/2014/main" id="{C32ECED8-1BE9-D453-3022-9667D752E62B}"/>
              </a:ext>
            </a:extLst>
          </p:cNvPr>
          <p:cNvSpPr/>
          <p:nvPr/>
        </p:nvSpPr>
        <p:spPr>
          <a:xfrm>
            <a:off x="6223000" y="990600"/>
            <a:ext cx="5283200" cy="2222500"/>
          </a:xfrm>
          <a:prstGeom prst="roundRect">
            <a:avLst/>
          </a:prstGeom>
          <a:solidFill>
            <a:srgbClr val="101924"/>
          </a:solidFill>
          <a:ln w="12700">
            <a:solidFill>
              <a:srgbClr val="233242"/>
            </a:solidFill>
          </a:ln>
        </p:spPr>
        <p:style>
          <a:lnRef idx="2">
            <a:schemeClr val="accent1">
              <a:shade val="50000"/>
            </a:schemeClr>
          </a:lnRef>
          <a:fillRef idx="1">
            <a:schemeClr val="accent1"/>
          </a:fillRef>
          <a:effectRef idx="0">
            <a:schemeClr val="accent1"/>
          </a:effectRef>
          <a:fontRef idx="minor">
            <a:schemeClr val="lt1"/>
          </a:fontRef>
        </p:style>
        <p:txBody>
          <a:bodyPr wrap="square" lIns="127000" tIns="101600" rIns="127000" bIns="76200" rtlCol="0" anchor="t"/>
          <a:lstStyle/>
          <a:p>
            <a:pPr>
              <a:defRPr sz="950"/>
            </a:pPr>
            <a:r>
              <a:rPr lang="pt-PT"/>
              <a:t>2. COAL REDUCTION &amp; ALTERNATIVE FUEL (RDF) SAVINGS</a:t>
            </a:r>
          </a:p>
          <a:p>
            <a:pPr>
              <a:defRPr sz="950"/>
            </a:pPr>
            <a:r>
              <a:rPr lang="pt-PT"/>
              <a:t>• Formula: Fuel Saved (t/yr) = </a:t>
            </a:r>
            <a:r>
              <a:rPr lang="el-GR"/>
              <a:t>Δ</a:t>
            </a:r>
            <a:r>
              <a:rPr lang="pt-PT"/>
              <a:t>Coal (t/h) × Operating Hours (h)</a:t>
            </a:r>
          </a:p>
          <a:p>
            <a:pPr>
              <a:defRPr sz="950"/>
            </a:pPr>
            <a:r>
              <a:rPr lang="pt-PT"/>
              <a:t>Financial Value = Coal Saved (t/yr) × Delivered Coal Cost ($/ton)</a:t>
            </a:r>
          </a:p>
          <a:p>
            <a:pPr>
              <a:defRPr sz="950"/>
            </a:pPr>
            <a:r>
              <a:rPr lang="pt-PT"/>
              <a:t>• Baseline Coal Firing: 20.39 t/h total coal (8.90 t/h Main Burner + 11.49 t/h Calciner)</a:t>
            </a:r>
          </a:p>
          <a:p>
            <a:pPr>
              <a:defRPr sz="950"/>
            </a:pPr>
            <a:r>
              <a:rPr lang="pt-PT"/>
              <a:t>• Golden Batch Target Coal: 17.69 t/h (8.81 + 8.88 t/h, displaced via RDF 10.0–13.93 t/h)</a:t>
            </a:r>
          </a:p>
          <a:p>
            <a:pPr>
              <a:defRPr sz="950"/>
            </a:pPr>
            <a:r>
              <a:rPr lang="pt-PT"/>
              <a:t>• Hourly Coal Reduction: 20.39 - 17.69 = 2.70 t/h fossil coal saved (-13.24%)</a:t>
            </a:r>
          </a:p>
          <a:p>
            <a:pPr>
              <a:defRPr sz="950"/>
            </a:pPr>
            <a:r>
              <a:rPr lang="pt-PT"/>
              <a:t>• Annual Fossil Coal Saved: 2.70 t/h × 7,200 h = 19,440 metric tons coal / year</a:t>
            </a:r>
          </a:p>
          <a:p>
            <a:pPr>
              <a:defRPr sz="950"/>
            </a:pPr>
            <a:r>
              <a:rPr lang="pt-PT"/>
              <a:t>• Delivered Industrial Coal Cost: $130.00 / metric ton industrial coal</a:t>
            </a:r>
          </a:p>
          <a:p>
            <a:pPr>
              <a:defRPr sz="950"/>
            </a:pPr>
            <a:r>
              <a:rPr lang="pt-PT"/>
              <a:t>✔ Annual Value Unlocked: 19,440 t × $130.00/t = $2,527,200 / year (~$2.527M/yr)</a:t>
            </a:r>
          </a:p>
          <a:p>
            <a:pPr>
              <a:defRPr sz="950"/>
            </a:pPr>
            <a:r>
              <a:rPr lang="pt-PT"/>
              <a:t>• Additional Quality Value: Stabilizing fCaO &lt; 1.5% saves $350,000/yr in avoided corrective grinding.</a:t>
            </a:r>
            <a:endParaRPr/>
          </a:p>
        </p:txBody>
      </p:sp>
      <p:sp>
        <p:nvSpPr>
          <p:cNvPr id="7" name="Rectangle: Rounded Corners 6">
            <a:extLst>
              <a:ext uri="{FF2B5EF4-FFF2-40B4-BE49-F238E27FC236}">
                <a16:creationId xmlns:a16="http://schemas.microsoft.com/office/drawing/2014/main" id="{1820618D-E25C-F6C7-E841-09662EBFD92C}"/>
              </a:ext>
            </a:extLst>
          </p:cNvPr>
          <p:cNvSpPr/>
          <p:nvPr/>
        </p:nvSpPr>
        <p:spPr>
          <a:xfrm>
            <a:off x="685800" y="3340100"/>
            <a:ext cx="5283200" cy="2222500"/>
          </a:xfrm>
          <a:prstGeom prst="roundRect">
            <a:avLst/>
          </a:prstGeom>
          <a:solidFill>
            <a:srgbClr val="101924"/>
          </a:solidFill>
          <a:ln w="12700">
            <a:solidFill>
              <a:srgbClr val="233242"/>
            </a:solidFill>
          </a:ln>
        </p:spPr>
        <p:style>
          <a:lnRef idx="2">
            <a:schemeClr val="accent1">
              <a:shade val="50000"/>
            </a:schemeClr>
          </a:lnRef>
          <a:fillRef idx="1">
            <a:schemeClr val="accent1"/>
          </a:fillRef>
          <a:effectRef idx="0">
            <a:schemeClr val="accent1"/>
          </a:effectRef>
          <a:fontRef idx="minor">
            <a:schemeClr val="lt1"/>
          </a:fontRef>
        </p:style>
        <p:txBody>
          <a:bodyPr wrap="square" lIns="127000" tIns="101600" rIns="127000" bIns="76200" rtlCol="0" anchor="t"/>
          <a:lstStyle/>
          <a:p>
            <a:pPr algn="l"/>
            <a:r>
              <a:rPr lang="pt-PT" sz="1050" b="1">
                <a:solidFill>
                  <a:srgbClr val="FFFF00"/>
                </a:solidFill>
                <a:latin typeface="Space Grotesk"/>
              </a:rPr>
              <a:t>3. ELECTRICAL POWER CONSERVATION (COOLER &amp; ID FANS)</a:t>
            </a:r>
          </a:p>
          <a:p>
            <a:pPr algn="l"/>
            <a:r>
              <a:rPr lang="pt-PT" sz="1050" b="1">
                <a:solidFill>
                  <a:srgbClr val="FFFF00"/>
                </a:solidFill>
                <a:latin typeface="Space Grotesk"/>
              </a:rPr>
              <a:t>• Formula: Power Saved (kWh/yr) = </a:t>
            </a:r>
            <a:r>
              <a:rPr lang="el-GR" sz="1050" b="1">
                <a:solidFill>
                  <a:srgbClr val="FFFF00"/>
                </a:solidFill>
                <a:latin typeface="Space Grotesk"/>
              </a:rPr>
              <a:t>Δ</a:t>
            </a:r>
            <a:r>
              <a:rPr lang="pt-PT" sz="1050" b="1">
                <a:solidFill>
                  <a:srgbClr val="FFFF00"/>
                </a:solidFill>
                <a:latin typeface="Space Grotesk"/>
              </a:rPr>
              <a:t>kW × Operating Hours (h)</a:t>
            </a:r>
          </a:p>
          <a:p>
            <a:pPr algn="l"/>
            <a:r>
              <a:rPr lang="pt-PT" sz="1050" b="1">
                <a:solidFill>
                  <a:srgbClr val="FFFF00"/>
                </a:solidFill>
                <a:latin typeface="Space Grotesk"/>
              </a:rPr>
              <a:t>Financial Value = Power Saved (kWh/yr) × Industrial Power Tariff ($/kWh)</a:t>
            </a:r>
          </a:p>
          <a:p>
            <a:pPr algn="l"/>
            <a:r>
              <a:rPr lang="pt-PT" sz="1050" b="1">
                <a:solidFill>
                  <a:srgbClr val="FFFF00"/>
                </a:solidFill>
                <a:latin typeface="Space Grotesk"/>
              </a:rPr>
              <a:t>• Cooler Aeration Optimization: -132 kW across aeration network via bed depth control (+0.991 r)</a:t>
            </a:r>
          </a:p>
          <a:p>
            <a:pPr algn="l"/>
            <a:r>
              <a:rPr lang="pt-PT" sz="1050" b="1">
                <a:solidFill>
                  <a:srgbClr val="FFFF00"/>
                </a:solidFill>
                <a:latin typeface="Space Grotesk"/>
              </a:rPr>
              <a:t>• Preheater ID Fan Suction: -100 kW across exhaust fan via aerodynamic draft symmetry (+0.998 r)</a:t>
            </a:r>
          </a:p>
          <a:p>
            <a:pPr algn="l"/>
            <a:r>
              <a:rPr lang="pt-PT" sz="1050" b="1">
                <a:solidFill>
                  <a:srgbClr val="FFFF00"/>
                </a:solidFill>
                <a:latin typeface="Space Grotesk"/>
              </a:rPr>
              <a:t>• Running Baseline: 7,200 operating hours / year | Industrial Electricity Tariff: $0.10 / kWh</a:t>
            </a:r>
          </a:p>
          <a:p>
            <a:pPr algn="l"/>
            <a:r>
              <a:rPr lang="pt-PT" sz="1050" b="1">
                <a:solidFill>
                  <a:srgbClr val="FFFF00"/>
                </a:solidFill>
                <a:latin typeface="Space Grotesk"/>
              </a:rPr>
              <a:t>• Cooler Energy Saved: 132 kW × 7,200 h = 950,400 kWh / year ($95,040/yr)</a:t>
            </a:r>
          </a:p>
          <a:p>
            <a:pPr algn="l"/>
            <a:r>
              <a:rPr lang="pt-PT" sz="1050" b="1">
                <a:solidFill>
                  <a:srgbClr val="FFFF00"/>
                </a:solidFill>
                <a:latin typeface="Space Grotesk"/>
              </a:rPr>
              <a:t>• ID Fan Energy Saved: 100 kW × 7,200 h = 720,000 kWh / year ($72,000/yr)</a:t>
            </a:r>
          </a:p>
          <a:p>
            <a:pPr algn="l"/>
            <a:r>
              <a:rPr lang="pt-PT" sz="1050" b="1">
                <a:solidFill>
                  <a:srgbClr val="FFFF00"/>
                </a:solidFill>
                <a:latin typeface="Space Grotesk"/>
              </a:rPr>
              <a:t>✔ Annual Value Unlocked: 1,670,400 kWh × $0.10/kWh = $167,000 / year (~$167K/yr)</a:t>
            </a:r>
            <a:endParaRPr lang="en-DE" sz="950" b="1" dirty="0" err="1">
              <a:solidFill>
                <a:srgbClr val="FFFF00"/>
              </a:solidFill>
              <a:latin typeface="Space Grotesk"/>
            </a:endParaRPr>
          </a:p>
        </p:txBody>
      </p:sp>
      <p:sp>
        <p:nvSpPr>
          <p:cNvPr id="8" name="Rectangle: Rounded Corners 7">
            <a:extLst>
              <a:ext uri="{FF2B5EF4-FFF2-40B4-BE49-F238E27FC236}">
                <a16:creationId xmlns:a16="http://schemas.microsoft.com/office/drawing/2014/main" id="{EB4FE8C3-3F8A-FD71-364F-7CBD357F9C3D}"/>
              </a:ext>
            </a:extLst>
          </p:cNvPr>
          <p:cNvSpPr/>
          <p:nvPr/>
        </p:nvSpPr>
        <p:spPr>
          <a:xfrm>
            <a:off x="6223000" y="3340100"/>
            <a:ext cx="5283200" cy="2222500"/>
          </a:xfrm>
          <a:prstGeom prst="roundRect">
            <a:avLst/>
          </a:prstGeom>
          <a:solidFill>
            <a:srgbClr val="101924"/>
          </a:solidFill>
          <a:ln w="12700">
            <a:solidFill>
              <a:srgbClr val="233242"/>
            </a:solidFill>
          </a:ln>
        </p:spPr>
        <p:style>
          <a:lnRef idx="2">
            <a:schemeClr val="accent1">
              <a:shade val="50000"/>
            </a:schemeClr>
          </a:lnRef>
          <a:fillRef idx="1">
            <a:schemeClr val="accent1"/>
          </a:fillRef>
          <a:effectRef idx="0">
            <a:schemeClr val="accent1"/>
          </a:effectRef>
          <a:fontRef idx="minor">
            <a:schemeClr val="lt1"/>
          </a:fontRef>
        </p:style>
        <p:txBody>
          <a:bodyPr wrap="square" lIns="127000" tIns="101600" rIns="127000" bIns="76200" rtlCol="0" anchor="t"/>
          <a:lstStyle/>
          <a:p>
            <a:pPr algn="l"/>
            <a:r>
              <a:rPr lang="pt-PT" sz="1050" b="1">
                <a:solidFill>
                  <a:srgbClr val="FFFF00"/>
                </a:solidFill>
                <a:latin typeface="Space Grotesk"/>
              </a:rPr>
              <a:t>4. ASSET RELIABILITY, MECHANICAL PROTECTION &amp; ESG</a:t>
            </a:r>
          </a:p>
          <a:p>
            <a:pPr algn="l"/>
            <a:r>
              <a:rPr lang="pt-PT" sz="1050" b="1">
                <a:solidFill>
                  <a:srgbClr val="FFFF00"/>
                </a:solidFill>
                <a:latin typeface="Space Grotesk"/>
              </a:rPr>
              <a:t>• Value = Avoided Motor Trips ($/yr) + Refractory Extension ($/yr) + Carbon ESG</a:t>
            </a:r>
          </a:p>
          <a:p>
            <a:pPr algn="l"/>
            <a:r>
              <a:rPr lang="pt-PT" sz="1050" b="1">
                <a:solidFill>
                  <a:srgbClr val="FFFF00"/>
                </a:solidFill>
                <a:latin typeface="Space Grotesk"/>
              </a:rPr>
              <a:t>Carbon Benefit = Fossil Coal Saved (t/yr) × 2.09 t CO2 / ton coal</a:t>
            </a:r>
          </a:p>
          <a:p>
            <a:pPr algn="l"/>
            <a:r>
              <a:rPr lang="pt-PT" sz="1050" b="1">
                <a:solidFill>
                  <a:srgbClr val="FFFF00"/>
                </a:solidFill>
                <a:latin typeface="Space Grotesk"/>
              </a:rPr>
              <a:t>• M02 Drive Protection: Current peaks up to 431.7 A (target &lt;250 A) cause overload trips.</a:t>
            </a:r>
          </a:p>
          <a:p>
            <a:pPr algn="l"/>
            <a:r>
              <a:rPr lang="pt-PT" sz="1050" b="1">
                <a:solidFill>
                  <a:srgbClr val="FFFF00"/>
                </a:solidFill>
                <a:latin typeface="Space Grotesk"/>
              </a:rPr>
              <a:t>Peak shaving avoids 16 hours of unscheduled stoppage downtime: $240,000/yr</a:t>
            </a:r>
          </a:p>
          <a:p>
            <a:pPr algn="l"/>
            <a:r>
              <a:rPr lang="pt-PT" sz="1050" b="1">
                <a:solidFill>
                  <a:srgbClr val="FFFF00"/>
                </a:solidFill>
                <a:latin typeface="Space Grotesk"/>
              </a:rPr>
              <a:t>• Refractory Campaign Extension: Thermal stability (850–922°C sec air) &amp; CO trimming</a:t>
            </a:r>
          </a:p>
          <a:p>
            <a:pPr algn="l"/>
            <a:r>
              <a:rPr lang="pt-PT" sz="1050" b="1">
                <a:solidFill>
                  <a:srgbClr val="FFFF00"/>
                </a:solidFill>
                <a:latin typeface="Space Grotesk"/>
              </a:rPr>
              <a:t>extends brick lining campaign life by +2.5 months: $200,000/yr</a:t>
            </a:r>
          </a:p>
          <a:p>
            <a:pPr algn="l"/>
            <a:r>
              <a:rPr lang="pt-PT" sz="1050" b="1">
                <a:solidFill>
                  <a:srgbClr val="FFFF00"/>
                </a:solidFill>
                <a:latin typeface="Space Grotesk"/>
              </a:rPr>
              <a:t>• Decarbonization (Scope 1): 19,440 t coal saved = 40,600 metric tons CO2 / year avoided</a:t>
            </a:r>
          </a:p>
          <a:p>
            <a:pPr algn="l"/>
            <a:r>
              <a:rPr lang="pt-PT" sz="1050" b="1">
                <a:solidFill>
                  <a:srgbClr val="FFFF00"/>
                </a:solidFill>
                <a:latin typeface="Space Grotesk"/>
              </a:rPr>
              <a:t>• Combined Mechanical Protection: $240,000 + $200,000 = $440,000 / year</a:t>
            </a:r>
          </a:p>
          <a:p>
            <a:pPr algn="l"/>
            <a:r>
              <a:rPr lang="pt-PT" sz="1050" b="1">
                <a:solidFill>
                  <a:srgbClr val="FFFF00"/>
                </a:solidFill>
                <a:latin typeface="Space Grotesk"/>
              </a:rPr>
              <a:t>✔ Asset &amp; Decarbonization Value: $440,000 / year + 40,600 tons CO2 avoided</a:t>
            </a:r>
            <a:endParaRPr lang="en-DE" sz="950" b="1" dirty="0" err="1">
              <a:solidFill>
                <a:srgbClr val="FFFF00"/>
              </a:solidFill>
              <a:latin typeface="Space Grotesk"/>
            </a:endParaRPr>
          </a:p>
        </p:txBody>
      </p:sp>
      <p:sp>
        <p:nvSpPr>
          <p:cNvPr id="9" name="Rectangle 8">
            <a:extLst>
              <a:ext uri="{FF2B5EF4-FFF2-40B4-BE49-F238E27FC236}">
                <a16:creationId xmlns:a16="http://schemas.microsoft.com/office/drawing/2014/main" id="{A51A3A78-08D4-DC6D-6EE2-BF9AE6BD0080}"/>
              </a:ext>
            </a:extLst>
          </p:cNvPr>
          <p:cNvSpPr/>
          <p:nvPr/>
        </p:nvSpPr>
        <p:spPr>
          <a:xfrm>
            <a:off x="685800" y="5689600"/>
            <a:ext cx="10820400" cy="355600"/>
          </a:xfrm>
          <a:prstGeom prst="rect">
            <a:avLst/>
          </a:prstGeom>
          <a:solidFill>
            <a:srgbClr val="0F2027"/>
          </a:solidFill>
          <a:ln w="127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101600" tIns="38100" rIns="101600" bIns="38100" rtlCol="0" anchor="t"/>
          <a:lstStyle/>
          <a:p>
            <a:pPr algn="l"/>
            <a:r>
              <a:rPr lang="en-US" sz="850" b="1">
                <a:solidFill>
                  <a:srgbClr val="FFFF00"/>
                </a:solidFill>
                <a:latin typeface="Space Grotesk"/>
              </a:rPr>
              <a:t>TOTAL UNLOCKED ECONOMIC VALUE: ~$10,114,200 / YEAR  |  Throughput: $6,630,000/yr (65.6%)  •  Coal &amp; RDF: $2,527,200/yr (25.0%)  •  Quality &amp; Electrical: $517,000/yr (5.1%)  •  Asset Protection: $440,000/yr (4.3%)</a:t>
            </a:r>
            <a:endParaRPr lang="en-DE" sz="850" b="1" dirty="0" err="1">
              <a:solidFill>
                <a:srgbClr val="FFFFFF"/>
              </a:solidFill>
              <a:latin typeface="Space Grotesk"/>
            </a:endParaRPr>
          </a:p>
        </p:txBody>
      </p:sp>
    </p:spTree>
    <p:extLst>
      <p:ext uri="{BB962C8B-B14F-4D97-AF65-F5344CB8AC3E}">
        <p14:creationId xmlns:p14="http://schemas.microsoft.com/office/powerpoint/2010/main" val="630974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Parallel Plot 1: Plant Main Kiln Process Dynamics Multi-Variable Trajectories</a:t>
            </a:r>
          </a:p>
          <a:p>
            <a:pPr>
              <a:lnSpc>
                <a:spcPct val="110000"/>
              </a:lnSpc>
              <a:spcAft>
                <a:spcPts val="1200"/>
              </a:spcAft>
            </a:pPr>
            <a:r>
              <a:rPr lang="pt-PT" sz="1200">
                <a:solidFill>
                  <a:srgbClr val="CBD5E1"/>
                </a:solidFill>
                <a:latin typeface="Outfit"/>
              </a:rPr>
              <a:t>• Continuous Process Correlation: Mapping multi-variable trajectories across Total Kiln Feed, Kiln Speed, M02 Drive Current, and Main Burner Coal.</a:t>
            </a:r>
          </a:p>
          <a:p>
            <a:pPr>
              <a:lnSpc>
                <a:spcPct val="110000"/>
              </a:lnSpc>
              <a:spcAft>
                <a:spcPts val="1200"/>
              </a:spcAft>
            </a:pPr>
            <a:r>
              <a:rPr lang="pt-PT" sz="1200">
                <a:solidFill>
                  <a:srgbClr val="CBD5E1"/>
                </a:solidFill>
                <a:latin typeface="Outfit"/>
              </a:rPr>
              <a:t>• Synchronized Golden Trajectory: Operational lines running in the 369–400 t/h corridor maintain steady rotational speed and low drive stress, confirming high stability.</a:t>
            </a:r>
            <a:endParaRPr sz="1200" dirty="0">
              <a:solidFill>
                <a:srgbClr val="CBD5E1"/>
              </a:solidFill>
              <a:latin typeface="Outfit"/>
            </a:endParaRPr>
          </a:p>
        </p:txBody>
      </p:sp>
      <p:pic>
        <p:nvPicPr>
          <p:cNvPr id="5" name="Picture 4">
            <a:extLst>
              <a:ext uri="{FF2B5EF4-FFF2-40B4-BE49-F238E27FC236}">
                <a16:creationId xmlns:a16="http://schemas.microsoft.com/office/drawing/2014/main" id="{6045A70F-7A1E-1F2A-BEFB-D1FF5B7D4A8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532194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Parallel Plot 2: Plant Fuel &amp; Alternative Energy Dynamics (Coal vs RDF Firing)</a:t>
            </a:r>
          </a:p>
          <a:p>
            <a:pPr>
              <a:lnSpc>
                <a:spcPct val="110000"/>
              </a:lnSpc>
              <a:spcAft>
                <a:spcPts val="1200"/>
              </a:spcAft>
            </a:pPr>
            <a:r>
              <a:rPr lang="pt-PT" sz="1200">
                <a:solidFill>
                  <a:srgbClr val="CBD5E1"/>
                </a:solidFill>
                <a:latin typeface="Outfit"/>
              </a:rPr>
              <a:t>• Multi-Fuel Energy Mapping: Trajectories connecting Main Burner Coal, Calciner Coal, RDF Satellite Burner, and Specific Fuel Consumption.</a:t>
            </a:r>
          </a:p>
          <a:p>
            <a:pPr>
              <a:lnSpc>
                <a:spcPct val="110000"/>
              </a:lnSpc>
              <a:spcAft>
                <a:spcPts val="1200"/>
              </a:spcAft>
            </a:pPr>
            <a:r>
              <a:rPr lang="pt-PT" sz="1200">
                <a:solidFill>
                  <a:srgbClr val="CBD5E1"/>
                </a:solidFill>
                <a:latin typeface="Outfit"/>
              </a:rPr>
              <a:t>• Alternative Fuel Decoupling: High RDF dosing (&gt;13 t/h) systematically decouples fossil coal demand, maintaining calcination enthalpy while driving down overall thermal cost.</a:t>
            </a:r>
            <a:endParaRPr sz="1200" dirty="0">
              <a:solidFill>
                <a:srgbClr val="CBD5E1"/>
              </a:solidFill>
              <a:latin typeface="Outfit"/>
            </a:endParaRPr>
          </a:p>
        </p:txBody>
      </p:sp>
      <p:pic>
        <p:nvPicPr>
          <p:cNvPr id="5" name="Picture 4">
            <a:extLst>
              <a:ext uri="{FF2B5EF4-FFF2-40B4-BE49-F238E27FC236}">
                <a16:creationId xmlns:a16="http://schemas.microsoft.com/office/drawing/2014/main" id="{D77F7CD6-EE38-9B70-90B9-4C8B7A20B5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195701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279453"/>
          </a:xfrm>
          <a:prstGeom prst="rect">
            <a:avLst/>
          </a:prstGeom>
          <a:noFill/>
        </p:spPr>
        <p:txBody>
          <a:bodyPr wrap="square" lIns="0" tIns="0" rIns="0" bIns="0">
            <a:spAutoFit/>
          </a:bodyPr>
          <a:lstStyle/>
          <a:p>
            <a:pPr>
              <a:lnSpc>
                <a:spcPct val="110000"/>
              </a:lnSpc>
              <a:spcAft>
                <a:spcPts val="1200"/>
              </a:spcAft>
            </a:pPr>
            <a:r>
              <a:rPr lang="en-US" sz="2200" b="1">
                <a:solidFill>
                  <a:srgbClr val="FFFF00"/>
                </a:solidFill>
                <a:latin typeface="Space Grotesk"/>
              </a:rPr>
              <a:t>Parallel Plot 3: Plant Quality &amp; Burnability Diagnostics (fCaO vs C3S Trade-off)</a:t>
            </a:r>
          </a:p>
          <a:p>
            <a:pPr>
              <a:lnSpc>
                <a:spcPct val="110000"/>
              </a:lnSpc>
              <a:spcAft>
                <a:spcPts val="1200"/>
              </a:spcAft>
            </a:pPr>
            <a:r>
              <a:rPr lang="en-US" sz="1200">
                <a:solidFill>
                  <a:srgbClr val="CBD5E1"/>
                </a:solidFill>
                <a:latin typeface="Outfit"/>
              </a:rPr>
              <a:t>• Clinker Quality Trajectories: Mapping Total Fuel Flow, Secondary Air Temp, Free Lime (fCaO), C3S, and Clinker Production.</a:t>
            </a:r>
          </a:p>
          <a:p>
            <a:pPr>
              <a:lnSpc>
                <a:spcPct val="110000"/>
              </a:lnSpc>
              <a:spcAft>
                <a:spcPts val="1200"/>
              </a:spcAft>
            </a:pPr>
            <a:r>
              <a:rPr lang="en-US" sz="1200">
                <a:solidFill>
                  <a:srgbClr val="CBD5E1"/>
                </a:solidFill>
                <a:latin typeface="Outfit"/>
              </a:rPr>
              <a:t>• Optimal Reactivity Convergence: Trajectories with secondary air &gt;950°C converge on high C3S (&gt;60%) and low Free Lime (&lt;1.5%), establishing superior 28-day cement performance.</a:t>
            </a:r>
            <a:endParaRPr sz="1200" dirty="0">
              <a:solidFill>
                <a:srgbClr val="CBD5E1"/>
              </a:solidFill>
              <a:latin typeface="Outfit"/>
            </a:endParaRPr>
          </a:p>
        </p:txBody>
      </p:sp>
      <p:pic>
        <p:nvPicPr>
          <p:cNvPr id="5" name="Picture 4">
            <a:extLst>
              <a:ext uri="{FF2B5EF4-FFF2-40B4-BE49-F238E27FC236}">
                <a16:creationId xmlns:a16="http://schemas.microsoft.com/office/drawing/2014/main" id="{F5587BD4-91D3-E7CC-0013-A1F41559C4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2813777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616" y="0"/>
            <a:ext cx="11094415" cy="1076320"/>
          </a:xfrm>
          <a:prstGeom prst="rect">
            <a:avLst/>
          </a:prstGeom>
          <a:noFill/>
        </p:spPr>
        <p:txBody>
          <a:bodyPr wrap="square" lIns="0" tIns="0" rIns="0" bIns="0">
            <a:spAutoFit/>
          </a:bodyPr>
          <a:lstStyle/>
          <a:p>
            <a:pPr>
              <a:lnSpc>
                <a:spcPct val="110000"/>
              </a:lnSpc>
              <a:spcAft>
                <a:spcPts val="1200"/>
              </a:spcAft>
            </a:pPr>
            <a:r>
              <a:rPr lang="pt-PT" sz="2200" b="1">
                <a:solidFill>
                  <a:srgbClr val="FFFF00"/>
                </a:solidFill>
                <a:latin typeface="Space Grotesk"/>
              </a:rPr>
              <a:t>Parallel Plot 4: Plant Cooler &amp; Heat Recovery Dynamics (Aeration &amp; Grate Speed)</a:t>
            </a:r>
          </a:p>
          <a:p>
            <a:pPr>
              <a:lnSpc>
                <a:spcPct val="110000"/>
              </a:lnSpc>
              <a:spcAft>
                <a:spcPts val="1200"/>
              </a:spcAft>
            </a:pPr>
            <a:r>
              <a:rPr lang="pt-PT" sz="1200">
                <a:solidFill>
                  <a:srgbClr val="CBD5E1"/>
                </a:solidFill>
                <a:latin typeface="Outfit"/>
              </a:rPr>
              <a:t>• Cooler Aeration Profiling: Mapping grate speeds, undergrate chamber pressures, cooling fan speeds, and Secondary Air Temperature.</a:t>
            </a:r>
          </a:p>
          <a:p>
            <a:pPr>
              <a:lnSpc>
                <a:spcPct val="110000"/>
              </a:lnSpc>
              <a:spcAft>
                <a:spcPts val="1200"/>
              </a:spcAft>
            </a:pPr>
            <a:r>
              <a:rPr lang="pt-PT" sz="1200">
                <a:solidFill>
                  <a:srgbClr val="CBD5E1"/>
                </a:solidFill>
                <a:latin typeface="Outfit"/>
              </a:rPr>
              <a:t>• Hydraulic Optimization: Regulating grate speed stabilizes clinker bed thickness, maximizing heat recuperation back to the kiln while suppressing electrical kW draw.</a:t>
            </a:r>
            <a:endParaRPr sz="1200" dirty="0">
              <a:solidFill>
                <a:srgbClr val="CBD5E1"/>
              </a:solidFill>
              <a:latin typeface="Outfit"/>
            </a:endParaRPr>
          </a:p>
        </p:txBody>
      </p:sp>
      <p:pic>
        <p:nvPicPr>
          <p:cNvPr id="5" name="Picture 4">
            <a:extLst>
              <a:ext uri="{FF2B5EF4-FFF2-40B4-BE49-F238E27FC236}">
                <a16:creationId xmlns:a16="http://schemas.microsoft.com/office/drawing/2014/main" id="{2E084484-1951-6AA6-A37E-618892D981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75488" y="2400000"/>
            <a:ext cx="10853927" cy="4058000"/>
          </a:xfrm>
          <a:prstGeom prst="rect">
            <a:avLst/>
          </a:prstGeom>
        </p:spPr>
      </p:pic>
    </p:spTree>
    <p:extLst>
      <p:ext uri="{BB962C8B-B14F-4D97-AF65-F5344CB8AC3E}">
        <p14:creationId xmlns:p14="http://schemas.microsoft.com/office/powerpoint/2010/main" val="4226093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nomotics">
  <a:themeElements>
    <a:clrScheme name="INNOMOTICS Color">
      <a:dk1>
        <a:sysClr val="windowText" lastClr="000000"/>
      </a:dk1>
      <a:lt1>
        <a:sysClr val="window" lastClr="FFFFFF"/>
      </a:lt1>
      <a:dk2>
        <a:srgbClr val="08191F"/>
      </a:dk2>
      <a:lt2>
        <a:srgbClr val="E1F000"/>
      </a:lt2>
      <a:accent1>
        <a:srgbClr val="E1F000"/>
      </a:accent1>
      <a:accent2>
        <a:srgbClr val="566B73"/>
      </a:accent2>
      <a:accent3>
        <a:srgbClr val="9AACB4"/>
      </a:accent3>
      <a:accent4>
        <a:srgbClr val="E4EAED"/>
      </a:accent4>
      <a:accent5>
        <a:srgbClr val="566B73"/>
      </a:accent5>
      <a:accent6>
        <a:srgbClr val="E4EAED"/>
      </a:accent6>
      <a:hlink>
        <a:srgbClr val="08191F"/>
      </a:hlink>
      <a:folHlink>
        <a:srgbClr val="6D818A"/>
      </a:folHlink>
    </a:clrScheme>
    <a:fontScheme name="Innomotics">
      <a:majorFont>
        <a:latin typeface="Innomotics Haffer SQ"/>
        <a:ea typeface=""/>
        <a:cs typeface=""/>
      </a:majorFont>
      <a:minorFont>
        <a:latin typeface="Innomotics Haffer SQ"/>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72000" tIns="36000" rIns="72000" bIns="36000" rtlCol="0" anchor="t"/>
      <a:lstStyle>
        <a:defPPr algn="l">
          <a:defRPr sz="1600" dirty="0" err="1"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err="1" smtClean="0">
            <a:solidFill>
              <a:schemeClr val="tx2"/>
            </a:solidFill>
          </a:defRPr>
        </a:defPPr>
      </a:lstStyle>
    </a:txDef>
  </a:objectDefaults>
  <a:extraClrSchemeLst/>
  <a:custClrLst>
    <a:custClr name="Power Gray | 90%">
      <a:srgbClr val="2A3B40"/>
    </a:custClr>
    <a:custClr name="Power Gray | 80%">
      <a:srgbClr val="40545B"/>
    </a:custClr>
    <a:custClr name="Power Gray | 70%">
      <a:srgbClr val="566B73"/>
    </a:custClr>
    <a:custClr name="Power Gray | 60%">
      <a:srgbClr val="6D818A"/>
    </a:custClr>
    <a:custClr name="Power Gray | 50%">
      <a:srgbClr val="83979F"/>
    </a:custClr>
    <a:custClr name="Power Gray | 40%">
      <a:srgbClr val="9AACB4"/>
    </a:custClr>
    <a:custClr name="Power Gray | 30%">
      <a:srgbClr val="B2C1C7"/>
    </a:custClr>
    <a:custClr name="Power Gray | 20%">
      <a:srgbClr val="CAD5DA"/>
    </a:custClr>
    <a:custClr name="Power Gray | 10%">
      <a:srgbClr val="E4EAED"/>
    </a:custClr>
    <a:custClr name="Power Gray | 5%">
      <a:srgbClr val="F1F4F6"/>
    </a:custClr>
  </a:custClrLst>
  <a:extLst>
    <a:ext uri="{05A4C25C-085E-4340-85A3-A5531E510DB2}">
      <thm15:themeFamily xmlns:thm15="http://schemas.microsoft.com/office/thememl/2012/main" name="Innomotics" id="{B631EE71-134B-46BC-A33D-AFCFDC464E61}" vid="{6B924A46-62A3-4DC0-9727-13E26A8C7709}"/>
    </a:ext>
  </a:extLst>
</a:theme>
</file>

<file path=ppt/theme/theme2.xml><?xml version="1.0" encoding="utf-8"?>
<a:theme xmlns:a="http://schemas.openxmlformats.org/drawingml/2006/main" name="1_INNOMOTICS">
  <a:themeElements>
    <a:clrScheme name="INNOMOTICS Color">
      <a:dk1>
        <a:sysClr val="windowText" lastClr="000000"/>
      </a:dk1>
      <a:lt1>
        <a:sysClr val="window" lastClr="FFFFFF"/>
      </a:lt1>
      <a:dk2>
        <a:srgbClr val="08191F"/>
      </a:dk2>
      <a:lt2>
        <a:srgbClr val="E1F000"/>
      </a:lt2>
      <a:accent1>
        <a:srgbClr val="E1F000"/>
      </a:accent1>
      <a:accent2>
        <a:srgbClr val="566B73"/>
      </a:accent2>
      <a:accent3>
        <a:srgbClr val="9AACB4"/>
      </a:accent3>
      <a:accent4>
        <a:srgbClr val="E4EAED"/>
      </a:accent4>
      <a:accent5>
        <a:srgbClr val="566B73"/>
      </a:accent5>
      <a:accent6>
        <a:srgbClr val="E4EAED"/>
      </a:accent6>
      <a:hlink>
        <a:srgbClr val="08191F"/>
      </a:hlink>
      <a:folHlink>
        <a:srgbClr val="6D818A"/>
      </a:folHlink>
    </a:clrScheme>
    <a:fontScheme name="Innomotics">
      <a:majorFont>
        <a:latin typeface="Innomotics Haffer SQ"/>
        <a:ea typeface=""/>
        <a:cs typeface=""/>
      </a:majorFont>
      <a:minorFont>
        <a:latin typeface="Innomotics Haffer SQ"/>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72000" tIns="36000" rIns="72000" bIns="36000" rtlCol="0" anchor="t"/>
      <a:lstStyle>
        <a:defPPr algn="l">
          <a:defRPr sz="1600" dirty="0" err="1"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err="1" smtClean="0">
            <a:solidFill>
              <a:schemeClr val="tx2"/>
            </a:solidFill>
          </a:defRPr>
        </a:defPPr>
      </a:lstStyle>
    </a:txDef>
  </a:objectDefaults>
  <a:extraClrSchemeLst/>
  <a:custClrLst>
    <a:custClr name="Power Gray | 90%">
      <a:srgbClr val="2A3B40"/>
    </a:custClr>
    <a:custClr name="Power Gray | 80%">
      <a:srgbClr val="40545B"/>
    </a:custClr>
    <a:custClr name="Power Gray | 70%">
      <a:srgbClr val="566B73"/>
    </a:custClr>
    <a:custClr name="Power Gray | 60%">
      <a:srgbClr val="6D818A"/>
    </a:custClr>
    <a:custClr name="Power Gray | 50%">
      <a:srgbClr val="83979F"/>
    </a:custClr>
    <a:custClr name="Power Gray | 40%">
      <a:srgbClr val="9AACB4"/>
    </a:custClr>
    <a:custClr name="Power Gray | 30%">
      <a:srgbClr val="B2C1C7"/>
    </a:custClr>
    <a:custClr name="Power Gray | 20%">
      <a:srgbClr val="CAD5DA"/>
    </a:custClr>
    <a:custClr name="Power Gray | 10%">
      <a:srgbClr val="E4EAED"/>
    </a:custClr>
    <a:custClr name="Power Gray | 5%">
      <a:srgbClr val="F1F4F6"/>
    </a:custClr>
  </a:custClrLst>
  <a:extLst>
    <a:ext uri="{05A4C25C-085E-4340-85A3-A5531E510DB2}">
      <thm15:themeFamily xmlns:thm15="http://schemas.microsoft.com/office/thememl/2012/main" name="INNOMOTICS-standard-ppt-16x9-v1-0.pptx" id="{32BE3E5E-DB62-4AFA-ACCC-6227E14334EC}" vid="{218A8816-B7B0-4743-A1A0-84627CF3DCED}"/>
    </a:ext>
  </a:extLst>
</a:theme>
</file>

<file path=ppt/theme/theme3.xml><?xml version="1.0" encoding="utf-8"?>
<a:theme xmlns:a="http://schemas.openxmlformats.org/drawingml/2006/main" name="2_Innomotics">
  <a:themeElements>
    <a:clrScheme name="INNOMOTICS Color">
      <a:dk1>
        <a:srgbClr val="000000"/>
      </a:dk1>
      <a:lt1>
        <a:srgbClr val="FFFFFF"/>
      </a:lt1>
      <a:dk2>
        <a:srgbClr val="08191F"/>
      </a:dk2>
      <a:lt2>
        <a:srgbClr val="E1F000"/>
      </a:lt2>
      <a:accent1>
        <a:srgbClr val="E1F000"/>
      </a:accent1>
      <a:accent2>
        <a:srgbClr val="566B73"/>
      </a:accent2>
      <a:accent3>
        <a:srgbClr val="9AACB4"/>
      </a:accent3>
      <a:accent4>
        <a:srgbClr val="E4EAED"/>
      </a:accent4>
      <a:accent5>
        <a:srgbClr val="566B73"/>
      </a:accent5>
      <a:accent6>
        <a:srgbClr val="E4EAED"/>
      </a:accent6>
      <a:hlink>
        <a:srgbClr val="08191F"/>
      </a:hlink>
      <a:folHlink>
        <a:srgbClr val="6D81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d02f59f-edf5-4f2b-8e9b-1c3e58690ad7" xsi:nil="true"/>
    <lcf76f155ced4ddcb4097134ff3c332f xmlns="b621745e-32cd-4280-ab6b-9f820230fcc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C513D4C63F852F47B7A8E6EF0C7F2458" ma:contentTypeVersion="11" ma:contentTypeDescription="Ein neues Dokument erstellen." ma:contentTypeScope="" ma:versionID="e5bc2d81a49fdd81a6f4a143c7e0d70b">
  <xsd:schema xmlns:xsd="http://www.w3.org/2001/XMLSchema" xmlns:xs="http://www.w3.org/2001/XMLSchema" xmlns:p="http://schemas.microsoft.com/office/2006/metadata/properties" xmlns:ns2="b621745e-32cd-4280-ab6b-9f820230fccf" xmlns:ns3="2d02f59f-edf5-4f2b-8e9b-1c3e58690ad7" targetNamespace="http://schemas.microsoft.com/office/2006/metadata/properties" ma:root="true" ma:fieldsID="04417b5d5e2edffce22df9fbabe0b73f" ns2:_="" ns3:_="">
    <xsd:import namespace="b621745e-32cd-4280-ab6b-9f820230fccf"/>
    <xsd:import namespace="2d02f59f-edf5-4f2b-8e9b-1c3e58690a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21745e-32cd-4280-ab6b-9f820230fc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a555a52f-576e-4738-9919-9c55195160d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d02f59f-edf5-4f2b-8e9b-1c3e58690a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0f854e-5e83-49c2-9092-c14d891db11c}" ma:internalName="TaxCatchAll" ma:showField="CatchAllData" ma:web="2d02f59f-edf5-4f2b-8e9b-1c3e58690a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19F25F-14D1-4001-89E7-401A70F2B268}">
  <ds:schemaRefs>
    <ds:schemaRef ds:uri="http://schemas.microsoft.com/sharepoint/v3/contenttype/forms"/>
  </ds:schemaRefs>
</ds:datastoreItem>
</file>

<file path=customXml/itemProps2.xml><?xml version="1.0" encoding="utf-8"?>
<ds:datastoreItem xmlns:ds="http://schemas.openxmlformats.org/officeDocument/2006/customXml" ds:itemID="{5928E469-FECD-46CE-BD1C-D07A32F44BE9}">
  <ds:schemaRefs>
    <ds:schemaRef ds:uri="http://schemas.microsoft.com/office/infopath/2007/PartnerControls"/>
    <ds:schemaRef ds:uri="http://www.w3.org/XML/1998/namespace"/>
    <ds:schemaRef ds:uri="2d02f59f-edf5-4f2b-8e9b-1c3e58690ad7"/>
    <ds:schemaRef ds:uri="http://purl.org/dc/elements/1.1/"/>
    <ds:schemaRef ds:uri="b621745e-32cd-4280-ab6b-9f820230fccf"/>
    <ds:schemaRef ds:uri="http://schemas.microsoft.com/office/2006/documentManagement/types"/>
    <ds:schemaRef ds:uri="http://purl.org/dc/dcmitype/"/>
    <ds:schemaRef ds:uri="http://schemas.microsoft.com/office/2006/metadata/propertie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65DFB136-5D9A-48AE-A5DA-B50BE8CC64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21745e-32cd-4280-ab6b-9f820230fccf"/>
    <ds:schemaRef ds:uri="2d02f59f-edf5-4f2b-8e9b-1c3e58690a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d258917-277f-42cd-a3cd-14c4e9ee58bc}" enabled="1" method="Standard" siteId="{38ae3bcd-9579-4fd4-adda-b42e1495d55a}" removed="0"/>
  <clbl:label id="{f867a8da-a586-4d74-a123-5474ccdeebfd}" enabled="1" method="Standard" siteId="{698c6ffb-74e3-4a84-be68-f22d8d3201a3}" removed="0"/>
</clbl:labelList>
</file>

<file path=docProps/app.xml><?xml version="1.0" encoding="utf-8"?>
<Properties xmlns="http://schemas.openxmlformats.org/officeDocument/2006/extended-properties" xmlns:vt="http://schemas.openxmlformats.org/officeDocument/2006/docPropsVTypes">
  <Template>Innomotics</Template>
  <TotalTime>0</TotalTime>
  <Words>8784</Words>
  <Application>Microsoft Office PowerPoint</Application>
  <PresentationFormat>Widescreen</PresentationFormat>
  <Paragraphs>518</Paragraphs>
  <Slides>33</Slides>
  <Notes>33</Notes>
  <HiddenSlides>5</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33</vt:i4>
      </vt:variant>
    </vt:vector>
  </HeadingPairs>
  <TitlesOfParts>
    <vt:vector size="43" baseType="lpstr">
      <vt:lpstr>Aptos</vt:lpstr>
      <vt:lpstr>Arial</vt:lpstr>
      <vt:lpstr>Innomotics Haffer SQ</vt:lpstr>
      <vt:lpstr>Outfit</vt:lpstr>
      <vt:lpstr>Space Grotesk</vt:lpstr>
      <vt:lpstr>Wingdings</vt:lpstr>
      <vt:lpstr>Innomotics</vt:lpstr>
      <vt:lpstr>1_INNOMOTICS</vt:lpstr>
      <vt:lpstr>2_Innomotics</vt:lpstr>
      <vt:lpstr>think-cell Slide</vt:lpstr>
      <vt:lpstr>AI Process Navigator: Exploratory Data Analysis Report  Bursa Çimento</vt:lpstr>
      <vt:lpstr>AI Process Navigator - Exploratory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Ratnaparkhi, Aniruddha (IN APAC&amp;ME RC-IN SO MN A&amp;D S)</dc:creator>
  <cp:lastModifiedBy>Ottemada Appanna, Ranjan (IN HVS SYSO D GER)</cp:lastModifiedBy>
  <cp:revision>471</cp:revision>
  <dcterms:created xsi:type="dcterms:W3CDTF">2024-10-07T10:31:02Z</dcterms:created>
  <dcterms:modified xsi:type="dcterms:W3CDTF">2026-10-12T07:56:42Z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0x010100C513D4C63F852F47B7A8E6EF0C7F2458</vt:lpwstr>
  </property>
  <property fmtid="{D5CDD505-2E9C-101B-9397-08002B2CF9AE}" pid="3" name="MediaServiceImageTags">
    <vt:lpwstr/>
  </property>
</Properties>
</file>